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7"/>
  </p:notesMasterIdLst>
  <p:sldIdLst>
    <p:sldId id="263" r:id="rId2"/>
    <p:sldId id="278" r:id="rId3"/>
    <p:sldId id="25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0AFD55-C333-FF90-C6A4-D4ED36AE80B6}" name="Natalia Colmenero Ruiz" initials="NC" userId="dd106f185834131c" providerId="Windows Live"/>
  <p188:author id="{E5C0B6FB-8E45-6A85-8CC2-89643513D17B}" name="Paloma Dios Noriega" initials="PD" userId="S::pdios@afi.es::5b94468b-8cb4-4cb6-b068-8f48a7b990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6FD"/>
    <a:srgbClr val="E1EBEF"/>
    <a:srgbClr val="75D1FF"/>
    <a:srgbClr val="EB5656"/>
    <a:srgbClr val="FFFFFF"/>
    <a:srgbClr val="72C971"/>
    <a:srgbClr val="367B35"/>
    <a:srgbClr val="EE8787"/>
    <a:srgbClr val="C6F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84375" autoAdjust="0"/>
  </p:normalViewPr>
  <p:slideViewPr>
    <p:cSldViewPr>
      <p:cViewPr varScale="1">
        <p:scale>
          <a:sx n="111" d="100"/>
          <a:sy n="111" d="100"/>
        </p:scale>
        <p:origin x="222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45" d="100"/>
        <a:sy n="14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096BF-D3CF-1442-90DA-BEB9961AF6DA}" type="datetimeFigureOut">
              <a:rPr lang="es-ES" smtClean="0"/>
              <a:t>21/04/2025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1B9E0-D3E4-994D-BF28-C8F917C5FFA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221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Azul profund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CAB5EB0-5F57-F99D-FC75-4C4B5FA716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559506" y="873741"/>
            <a:ext cx="5473999" cy="158812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Haga clic para </a:t>
            </a:r>
            <a:br>
              <a:rPr lang="es-ES" dirty="0"/>
            </a:br>
            <a:r>
              <a:rPr lang="es-ES" dirty="0"/>
              <a:t>modificar el estilo</a:t>
            </a:r>
          </a:p>
        </p:txBody>
      </p:sp>
      <p:sp>
        <p:nvSpPr>
          <p:cNvPr id="3" name="Marcador de texto 7">
            <a:extLst>
              <a:ext uri="{FF2B5EF4-FFF2-40B4-BE49-F238E27FC236}">
                <a16:creationId xmlns:a16="http://schemas.microsoft.com/office/drawing/2014/main" id="{C470CD12-4232-9F9F-751B-0E01400084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559506" y="491977"/>
            <a:ext cx="6153351" cy="369332"/>
          </a:xfr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buNone/>
              <a:defRPr sz="2000">
                <a:solidFill>
                  <a:schemeClr val="bg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posición de imagen 6">
            <a:extLst>
              <a:ext uri="{FF2B5EF4-FFF2-40B4-BE49-F238E27FC236}">
                <a16:creationId xmlns:a16="http://schemas.microsoft.com/office/drawing/2014/main" id="{4451FEC8-4064-CF34-108D-34092ABFB32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9911" y="5109196"/>
            <a:ext cx="2177697" cy="1293504"/>
          </a:xfrm>
          <a:noFill/>
        </p:spPr>
        <p:txBody>
          <a:bodyPr/>
          <a:lstStyle/>
          <a:p>
            <a:r>
              <a:rPr lang="es-ES" dirty="0"/>
              <a:t>Insertar logo</a:t>
            </a:r>
          </a:p>
        </p:txBody>
      </p:sp>
    </p:spTree>
    <p:extLst>
      <p:ext uri="{BB962C8B-B14F-4D97-AF65-F5344CB8AC3E}">
        <p14:creationId xmlns:p14="http://schemas.microsoft.com/office/powerpoint/2010/main" val="1686193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Azul Af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6">
            <a:extLst>
              <a:ext uri="{FF2B5EF4-FFF2-40B4-BE49-F238E27FC236}">
                <a16:creationId xmlns:a16="http://schemas.microsoft.com/office/drawing/2014/main" id="{456E1F63-FD2B-1B19-C0B1-22C08E3484B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9911" y="5109196"/>
            <a:ext cx="2177697" cy="1293504"/>
          </a:xfrm>
          <a:noFill/>
        </p:spPr>
        <p:txBody>
          <a:bodyPr/>
          <a:lstStyle/>
          <a:p>
            <a:r>
              <a:rPr lang="es-ES" dirty="0"/>
              <a:t>Insertar logo</a:t>
            </a:r>
          </a:p>
        </p:txBody>
      </p:sp>
      <p:sp>
        <p:nvSpPr>
          <p:cNvPr id="3" name="Marcador de título 1">
            <a:extLst>
              <a:ext uri="{FF2B5EF4-FFF2-40B4-BE49-F238E27FC236}">
                <a16:creationId xmlns:a16="http://schemas.microsoft.com/office/drawing/2014/main" id="{BC1428F8-0960-A488-5363-2E78E6544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506" y="873741"/>
            <a:ext cx="5473999" cy="158812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Haga clic para </a:t>
            </a:r>
            <a:br>
              <a:rPr lang="es-ES" dirty="0"/>
            </a:br>
            <a:r>
              <a:rPr lang="es-ES" dirty="0"/>
              <a:t>modificar el estilo</a:t>
            </a:r>
          </a:p>
        </p:txBody>
      </p:sp>
      <p:sp>
        <p:nvSpPr>
          <p:cNvPr id="4" name="Marcador de texto 7">
            <a:extLst>
              <a:ext uri="{FF2B5EF4-FFF2-40B4-BE49-F238E27FC236}">
                <a16:creationId xmlns:a16="http://schemas.microsoft.com/office/drawing/2014/main" id="{37E1B1B6-B72F-2FA9-3829-FDCDEB6E0A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06" y="491977"/>
            <a:ext cx="6153351" cy="369332"/>
          </a:xfr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buNone/>
              <a:defRPr sz="2000">
                <a:solidFill>
                  <a:schemeClr val="bg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0171884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libre_foto fondo_texto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5">
            <a:extLst>
              <a:ext uri="{FF2B5EF4-FFF2-40B4-BE49-F238E27FC236}">
                <a16:creationId xmlns:a16="http://schemas.microsoft.com/office/drawing/2014/main" id="{1EB7B3B2-C10D-DEBF-1A15-390EFE05DA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0" y="1358"/>
            <a:ext cx="12192000" cy="6858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2EE8BA4F-205C-DEE4-CCA8-B27C8FD0E2F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9911" y="5109196"/>
            <a:ext cx="2177697" cy="1293504"/>
          </a:xfrm>
          <a:noFill/>
        </p:spPr>
        <p:txBody>
          <a:bodyPr/>
          <a:lstStyle/>
          <a:p>
            <a:r>
              <a:rPr lang="es-ES" dirty="0"/>
              <a:t>Insertar logo</a:t>
            </a:r>
          </a:p>
        </p:txBody>
      </p:sp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650DD4A6-C25F-5E17-83A0-281B44509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506" y="873741"/>
            <a:ext cx="5473999" cy="158812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Haga clic para </a:t>
            </a:r>
            <a:br>
              <a:rPr lang="es-ES" dirty="0"/>
            </a:br>
            <a:r>
              <a:rPr lang="es-ES" dirty="0"/>
              <a:t>modificar el estilo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17A35431-CEA2-E208-C256-BDCF1F9A7B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06" y="491977"/>
            <a:ext cx="6153351" cy="369332"/>
          </a:xfr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buNone/>
              <a:defRPr sz="2000">
                <a:solidFill>
                  <a:schemeClr val="bg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4093065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libre_foto fondo_texto 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5">
            <a:extLst>
              <a:ext uri="{FF2B5EF4-FFF2-40B4-BE49-F238E27FC236}">
                <a16:creationId xmlns:a16="http://schemas.microsoft.com/office/drawing/2014/main" id="{1EB7B3B2-C10D-DEBF-1A15-390EFE05DA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ACE5D23-50C8-8FAB-CF7C-FCDAFBAC26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CF5C503-86F7-8CE0-123B-88E5B4F498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5EAEB501-7D68-4A0A-2B2B-F146CA70201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9911" y="5109196"/>
            <a:ext cx="2177697" cy="1293504"/>
          </a:xfrm>
          <a:noFill/>
        </p:spPr>
        <p:txBody>
          <a:bodyPr/>
          <a:lstStyle/>
          <a:p>
            <a:r>
              <a:rPr lang="es-ES" dirty="0"/>
              <a:t>Insertar logo</a:t>
            </a:r>
          </a:p>
        </p:txBody>
      </p:sp>
      <p:sp>
        <p:nvSpPr>
          <p:cNvPr id="4" name="Marcador de título 1">
            <a:extLst>
              <a:ext uri="{FF2B5EF4-FFF2-40B4-BE49-F238E27FC236}">
                <a16:creationId xmlns:a16="http://schemas.microsoft.com/office/drawing/2014/main" id="{8358BEBA-D688-5063-1D55-BEC72EF95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506" y="873741"/>
            <a:ext cx="5473999" cy="158812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</a:t>
            </a:r>
            <a:br>
              <a:rPr lang="es-ES" dirty="0"/>
            </a:br>
            <a:r>
              <a:rPr lang="es-ES" dirty="0"/>
              <a:t>modificar el estilo</a:t>
            </a:r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9F313D00-84AA-DF07-0BF5-FDB81050FB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06" y="491977"/>
            <a:ext cx="6153351" cy="369332"/>
          </a:xfr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buNone/>
              <a:defRPr sz="2000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5630729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libre_foto later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5">
            <a:extLst>
              <a:ext uri="{FF2B5EF4-FFF2-40B4-BE49-F238E27FC236}">
                <a16:creationId xmlns:a16="http://schemas.microsoft.com/office/drawing/2014/main" id="{700FF2F3-C0F4-C52D-FCDC-4E9FAB6FA7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7896225" y="0"/>
            <a:ext cx="4295775" cy="6866292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" name="Marcador de posición de imagen 6">
            <a:extLst>
              <a:ext uri="{FF2B5EF4-FFF2-40B4-BE49-F238E27FC236}">
                <a16:creationId xmlns:a16="http://schemas.microsoft.com/office/drawing/2014/main" id="{C4C1D42A-2586-2F5B-EEBE-1933C0A52E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9911" y="5109196"/>
            <a:ext cx="2177697" cy="1293504"/>
          </a:xfrm>
          <a:noFill/>
        </p:spPr>
        <p:txBody>
          <a:bodyPr/>
          <a:lstStyle/>
          <a:p>
            <a:r>
              <a:rPr lang="es-ES" dirty="0"/>
              <a:t>Insertar logo</a:t>
            </a:r>
          </a:p>
        </p:txBody>
      </p:sp>
      <p:sp>
        <p:nvSpPr>
          <p:cNvPr id="3" name="Marcador de título 1">
            <a:extLst>
              <a:ext uri="{FF2B5EF4-FFF2-40B4-BE49-F238E27FC236}">
                <a16:creationId xmlns:a16="http://schemas.microsoft.com/office/drawing/2014/main" id="{E6166EFC-6BB4-1FE7-45E6-BE51FC930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506" y="873741"/>
            <a:ext cx="5473999" cy="158812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Haga clic para </a:t>
            </a:r>
            <a:br>
              <a:rPr lang="es-ES" dirty="0"/>
            </a:br>
            <a:r>
              <a:rPr lang="es-ES" dirty="0"/>
              <a:t>modificar el estilo</a:t>
            </a:r>
          </a:p>
        </p:txBody>
      </p:sp>
      <p:sp>
        <p:nvSpPr>
          <p:cNvPr id="4" name="Marcador de texto 7">
            <a:extLst>
              <a:ext uri="{FF2B5EF4-FFF2-40B4-BE49-F238E27FC236}">
                <a16:creationId xmlns:a16="http://schemas.microsoft.com/office/drawing/2014/main" id="{EA7D63AF-89D7-7798-8A83-595F211B2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06" y="491977"/>
            <a:ext cx="6153351" cy="369332"/>
          </a:xfr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buNone/>
              <a:defRPr sz="2000">
                <a:solidFill>
                  <a:schemeClr val="bg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7820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ortada libre_foto latera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5">
            <a:extLst>
              <a:ext uri="{FF2B5EF4-FFF2-40B4-BE49-F238E27FC236}">
                <a16:creationId xmlns:a16="http://schemas.microsoft.com/office/drawing/2014/main" id="{700FF2F3-C0F4-C52D-FCDC-4E9FAB6FA7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7896225" y="0"/>
            <a:ext cx="4295775" cy="6866292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" name="Marcador de posición de imagen 6">
            <a:extLst>
              <a:ext uri="{FF2B5EF4-FFF2-40B4-BE49-F238E27FC236}">
                <a16:creationId xmlns:a16="http://schemas.microsoft.com/office/drawing/2014/main" id="{A71F545F-1D77-8DFB-8F72-AC87F42044F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9911" y="5109196"/>
            <a:ext cx="2177697" cy="1293504"/>
          </a:xfrm>
          <a:noFill/>
        </p:spPr>
        <p:txBody>
          <a:bodyPr/>
          <a:lstStyle/>
          <a:p>
            <a:r>
              <a:rPr lang="es-ES" dirty="0"/>
              <a:t>Insertar logo</a:t>
            </a:r>
          </a:p>
        </p:txBody>
      </p:sp>
      <p:sp>
        <p:nvSpPr>
          <p:cNvPr id="3" name="Marcador de título 1">
            <a:extLst>
              <a:ext uri="{FF2B5EF4-FFF2-40B4-BE49-F238E27FC236}">
                <a16:creationId xmlns:a16="http://schemas.microsoft.com/office/drawing/2014/main" id="{A35D63B1-2A46-8E99-70A9-741866E3B6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506" y="873741"/>
            <a:ext cx="5473999" cy="158812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Haga clic para </a:t>
            </a:r>
            <a:br>
              <a:rPr lang="es-ES" dirty="0"/>
            </a:br>
            <a:r>
              <a:rPr lang="es-ES" dirty="0"/>
              <a:t>modificar el estilo</a:t>
            </a:r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FA25853E-2696-F74A-7C30-5DFD69A3E4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06" y="491977"/>
            <a:ext cx="6153351" cy="369332"/>
          </a:xfr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buNone/>
              <a:defRPr sz="2000">
                <a:solidFill>
                  <a:schemeClr val="bg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80512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a libre_foto later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5">
            <a:extLst>
              <a:ext uri="{FF2B5EF4-FFF2-40B4-BE49-F238E27FC236}">
                <a16:creationId xmlns:a16="http://schemas.microsoft.com/office/drawing/2014/main" id="{700FF2F3-C0F4-C52D-FCDC-4E9FAB6FA7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7896225" y="0"/>
            <a:ext cx="4295775" cy="6866292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" name="Marcador de posición de imagen 6">
            <a:extLst>
              <a:ext uri="{FF2B5EF4-FFF2-40B4-BE49-F238E27FC236}">
                <a16:creationId xmlns:a16="http://schemas.microsoft.com/office/drawing/2014/main" id="{B4F82CF0-C480-AC6A-04F7-206F47ABED7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9911" y="5109196"/>
            <a:ext cx="2177697" cy="1293504"/>
          </a:xfrm>
          <a:noFill/>
        </p:spPr>
        <p:txBody>
          <a:bodyPr/>
          <a:lstStyle/>
          <a:p>
            <a:r>
              <a:rPr lang="es-ES" dirty="0"/>
              <a:t>Insertar logo</a:t>
            </a:r>
          </a:p>
        </p:txBody>
      </p:sp>
      <p:sp>
        <p:nvSpPr>
          <p:cNvPr id="3" name="Marcador de título 1">
            <a:extLst>
              <a:ext uri="{FF2B5EF4-FFF2-40B4-BE49-F238E27FC236}">
                <a16:creationId xmlns:a16="http://schemas.microsoft.com/office/drawing/2014/main" id="{30BB714B-F9D5-A087-9736-981ABA5911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506" y="873741"/>
            <a:ext cx="5473999" cy="158812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</a:t>
            </a:r>
            <a:br>
              <a:rPr lang="es-ES" dirty="0"/>
            </a:br>
            <a:r>
              <a:rPr lang="es-ES" dirty="0"/>
              <a:t>modificar el estilo</a:t>
            </a:r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F02F0A9D-29A9-2A06-D3E9-276E9AA550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06" y="491977"/>
            <a:ext cx="6153351" cy="369332"/>
          </a:xfr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buNone/>
              <a:defRPr sz="2000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5765057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 libre_imagen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5">
            <a:extLst>
              <a:ext uri="{FF2B5EF4-FFF2-40B4-BE49-F238E27FC236}">
                <a16:creationId xmlns:a16="http://schemas.microsoft.com/office/drawing/2014/main" id="{F1E99DE9-27B3-B42F-247C-FDF8CD19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8135938" y="3287"/>
            <a:ext cx="4053462" cy="6858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0F59115-2097-A5D6-2D53-957006E7A5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7561851" y="6458484"/>
            <a:ext cx="4114800" cy="24973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7CF57A-0781-673D-74A7-D8E00C3AE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>
          <a:xfrm>
            <a:off x="11676651" y="6455869"/>
            <a:ext cx="420049" cy="2523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9F8848D4-1A63-A9DE-E3E3-ECCAAB64E3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15938" y="3439688"/>
            <a:ext cx="7045913" cy="1151165"/>
          </a:xfrm>
        </p:spPr>
        <p:txBody>
          <a:bodyPr wrap="none">
            <a:noAutofit/>
          </a:bodyPr>
          <a:lstStyle>
            <a:lvl1pPr marL="228600" indent="-228600">
              <a:buFont typeface="+mj-lt"/>
              <a:buAutoNum type="arabicPeriod"/>
              <a:defRPr sz="1200">
                <a:solidFill>
                  <a:schemeClr val="tx2"/>
                </a:solidFill>
              </a:defRPr>
            </a:lvl1pPr>
            <a:lvl2pPr marL="409575" indent="-228600">
              <a:buFont typeface="+mj-lt"/>
              <a:buAutoNum type="arabicPeriod"/>
              <a:defRPr sz="1200">
                <a:solidFill>
                  <a:schemeClr val="tx2"/>
                </a:solidFill>
              </a:defRPr>
            </a:lvl2pPr>
            <a:lvl3pPr marL="584200" indent="-228600">
              <a:buFont typeface="+mj-lt"/>
              <a:buAutoNum type="arabicPeriod"/>
              <a:defRPr sz="1200">
                <a:solidFill>
                  <a:schemeClr val="tx2"/>
                </a:solidFill>
              </a:defRPr>
            </a:lvl3pPr>
            <a:lvl4pPr marL="765175" indent="-228600">
              <a:buFont typeface="+mj-lt"/>
              <a:buAutoNum type="arabicPeriod"/>
              <a:defRPr sz="1200">
                <a:solidFill>
                  <a:schemeClr val="tx2"/>
                </a:solidFill>
              </a:defRPr>
            </a:lvl4pPr>
            <a:lvl5pPr marL="946150" indent="-228600">
              <a:buFont typeface="+mj-lt"/>
              <a:buAutoNum type="arabicPeriod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194EA23E-5086-41A7-9160-ECE65776431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47FE4EF-05CC-0305-0048-3BE3A66AF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49" y="873741"/>
            <a:ext cx="7045913" cy="84023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396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illa Blanco Afí + imag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5">
            <a:extLst>
              <a:ext uri="{FF2B5EF4-FFF2-40B4-BE49-F238E27FC236}">
                <a16:creationId xmlns:a16="http://schemas.microsoft.com/office/drawing/2014/main" id="{BF90D4C7-33F9-BEB3-3E91-4F623B78ED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36238" y="0"/>
            <a:ext cx="4055762" cy="685800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0F59115-2097-A5D6-2D53-957006E7A5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7561851" y="6458484"/>
            <a:ext cx="4114800" cy="24973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7CF57A-0781-673D-74A7-D8E00C3AE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>
          <a:xfrm>
            <a:off x="11676651" y="6458484"/>
            <a:ext cx="420049" cy="2523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9780134C-0F83-9E68-EB6B-913A8C990F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2148" y="1067166"/>
            <a:ext cx="4087145" cy="1438649"/>
          </a:xfrm>
          <a:prstGeom prst="rect">
            <a:avLst/>
          </a:prstGeom>
        </p:spPr>
        <p:txBody>
          <a:bodyPr vert="horz" wrap="square" lIns="91440" tIns="108000" rIns="91440" bIns="0" rtlCol="0" anchor="t" anchorCtr="0">
            <a:spAutoFit/>
          </a:bodyPr>
          <a:lstStyle>
            <a:lvl1pPr>
              <a:lnSpc>
                <a:spcPct val="9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</a:t>
            </a:r>
            <a:br>
              <a:rPr lang="es-ES" dirty="0"/>
            </a:br>
            <a:r>
              <a:rPr lang="es-ES" dirty="0"/>
              <a:t>modificar</a:t>
            </a:r>
          </a:p>
        </p:txBody>
      </p:sp>
      <p:sp>
        <p:nvSpPr>
          <p:cNvPr id="9" name="Marcador de texto 6">
            <a:extLst>
              <a:ext uri="{FF2B5EF4-FFF2-40B4-BE49-F238E27FC236}">
                <a16:creationId xmlns:a16="http://schemas.microsoft.com/office/drawing/2014/main" id="{A4A149FC-8A44-3AB9-2419-37E8255389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515349" y="1067166"/>
            <a:ext cx="996799" cy="1058751"/>
          </a:xfrm>
        </p:spPr>
        <p:txBody>
          <a:bodyPr wrap="none" lIns="0" tIns="0" rIns="0" bIns="0" anchor="t" anchorCtr="0">
            <a:noAutofit/>
          </a:bodyPr>
          <a:lstStyle>
            <a:lvl1pPr marL="0" indent="0" algn="r">
              <a:buNone/>
              <a:defRPr sz="4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01.</a:t>
            </a:r>
          </a:p>
        </p:txBody>
      </p:sp>
      <p:pic>
        <p:nvPicPr>
          <p:cNvPr id="10" name="Imagen 9" descr="Icono&#10;&#10;Descripción generada automáticamente">
            <a:extLst>
              <a:ext uri="{FF2B5EF4-FFF2-40B4-BE49-F238E27FC236}">
                <a16:creationId xmlns:a16="http://schemas.microsoft.com/office/drawing/2014/main" id="{401F797D-8761-B0C2-3336-3C4EF1BE4A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347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illa Azul Afí + imag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5">
            <a:extLst>
              <a:ext uri="{FF2B5EF4-FFF2-40B4-BE49-F238E27FC236}">
                <a16:creationId xmlns:a16="http://schemas.microsoft.com/office/drawing/2014/main" id="{BF90D4C7-33F9-BEB3-3E91-4F623B78ED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8136238" y="0"/>
            <a:ext cx="4055762" cy="6858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0F59115-2097-A5D6-2D53-957006E7A5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7561851" y="6458484"/>
            <a:ext cx="4114800" cy="24973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7CF57A-0781-673D-74A7-D8E00C3AE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>
          <a:xfrm>
            <a:off x="11676651" y="6458484"/>
            <a:ext cx="420049" cy="2523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E28445BF-4E9B-6EDE-6C13-A5331E86AA0C}"/>
              </a:ext>
            </a:extLst>
          </p:cNvPr>
          <p:cNvPicPr/>
          <p:nvPr userDrawn="1"/>
        </p:nvPicPr>
        <p:blipFill>
          <a:blip r:embed="rId2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6" name="Marcador de título 1">
            <a:extLst>
              <a:ext uri="{FF2B5EF4-FFF2-40B4-BE49-F238E27FC236}">
                <a16:creationId xmlns:a16="http://schemas.microsoft.com/office/drawing/2014/main" id="{66114730-7C44-2EF1-E237-A444F0645B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2148" y="1067166"/>
            <a:ext cx="4087145" cy="1438649"/>
          </a:xfrm>
          <a:prstGeom prst="rect">
            <a:avLst/>
          </a:prstGeom>
        </p:spPr>
        <p:txBody>
          <a:bodyPr vert="horz" wrap="square" lIns="91440" tIns="108000" rIns="91440" bIns="0" rtlCol="0" anchor="t" anchorCtr="0">
            <a:spAutoFit/>
          </a:bodyPr>
          <a:lstStyle>
            <a:lvl1pPr>
              <a:lnSpc>
                <a:spcPct val="9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Haga clic para </a:t>
            </a:r>
            <a:br>
              <a:rPr lang="es-ES" dirty="0"/>
            </a:br>
            <a:r>
              <a:rPr lang="es-ES" dirty="0"/>
              <a:t>modificar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A721501D-5322-0A91-D24B-D91032D5A3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515349" y="1067166"/>
            <a:ext cx="996799" cy="1058751"/>
          </a:xfrm>
        </p:spPr>
        <p:txBody>
          <a:bodyPr wrap="none" lIns="0" tIns="0" rIns="0" bIns="0" anchor="t" anchorCtr="0">
            <a:noAutofit/>
          </a:bodyPr>
          <a:lstStyle>
            <a:lvl1pPr marL="0" indent="0" algn="r">
              <a:buNone/>
              <a:defRPr sz="4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01.</a:t>
            </a:r>
          </a:p>
        </p:txBody>
      </p:sp>
    </p:spTree>
    <p:extLst>
      <p:ext uri="{BB962C8B-B14F-4D97-AF65-F5344CB8AC3E}">
        <p14:creationId xmlns:p14="http://schemas.microsoft.com/office/powerpoint/2010/main" val="2503736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illa Azul Profundo + imag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5">
            <a:extLst>
              <a:ext uri="{FF2B5EF4-FFF2-40B4-BE49-F238E27FC236}">
                <a16:creationId xmlns:a16="http://schemas.microsoft.com/office/drawing/2014/main" id="{BF90D4C7-33F9-BEB3-3E91-4F623B78ED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8136238" y="0"/>
            <a:ext cx="4055762" cy="6858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0F59115-2097-A5D6-2D53-957006E7A5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7561851" y="6458484"/>
            <a:ext cx="4114800" cy="24973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7CF57A-0781-673D-74A7-D8E00C3AE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>
          <a:xfrm>
            <a:off x="11676651" y="6458484"/>
            <a:ext cx="420049" cy="2523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E28445BF-4E9B-6EDE-6C13-A5331E86AA0C}"/>
              </a:ext>
            </a:extLst>
          </p:cNvPr>
          <p:cNvPicPr/>
          <p:nvPr userDrawn="1"/>
        </p:nvPicPr>
        <p:blipFill>
          <a:blip r:embed="rId2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6" name="Marcador de título 1">
            <a:extLst>
              <a:ext uri="{FF2B5EF4-FFF2-40B4-BE49-F238E27FC236}">
                <a16:creationId xmlns:a16="http://schemas.microsoft.com/office/drawing/2014/main" id="{5D3A30A1-CE2D-CA0D-1B9A-6A68B187D7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2737" y="1067166"/>
            <a:ext cx="4087145" cy="1438649"/>
          </a:xfrm>
          <a:prstGeom prst="rect">
            <a:avLst/>
          </a:prstGeom>
        </p:spPr>
        <p:txBody>
          <a:bodyPr vert="horz" wrap="square" lIns="91440" tIns="108000" rIns="91440" bIns="0" rtlCol="0" anchor="t" anchorCtr="0">
            <a:spAutoFit/>
          </a:bodyPr>
          <a:lstStyle>
            <a:lvl1pPr>
              <a:lnSpc>
                <a:spcPct val="9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Haga clic para </a:t>
            </a:r>
            <a:br>
              <a:rPr lang="es-ES" dirty="0"/>
            </a:br>
            <a:r>
              <a:rPr lang="es-ES" dirty="0"/>
              <a:t>modificar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1FD7376-E540-7E83-233B-3BCB0F26B0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515938" y="1067166"/>
            <a:ext cx="996799" cy="1058751"/>
          </a:xfrm>
        </p:spPr>
        <p:txBody>
          <a:bodyPr wrap="none" lIns="0" tIns="0" rIns="0" bIns="0" anchor="t" anchorCtr="0">
            <a:noAutofit/>
          </a:bodyPr>
          <a:lstStyle>
            <a:lvl1pPr marL="0" indent="0" algn="r">
              <a:buNone/>
              <a:defRPr sz="48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01.</a:t>
            </a:r>
          </a:p>
        </p:txBody>
      </p:sp>
    </p:spTree>
    <p:extLst>
      <p:ext uri="{BB962C8B-B14F-4D97-AF65-F5344CB8AC3E}">
        <p14:creationId xmlns:p14="http://schemas.microsoft.com/office/powerpoint/2010/main" val="2767875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>
          <a:xfrm>
            <a:off x="11676062" y="6442610"/>
            <a:ext cx="420049" cy="252346"/>
          </a:xfrm>
        </p:spPr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6" name="Marcador de título 1">
            <a:extLst>
              <a:ext uri="{FF2B5EF4-FFF2-40B4-BE49-F238E27FC236}">
                <a16:creationId xmlns:a16="http://schemas.microsoft.com/office/drawing/2014/main" id="{3990CCA5-38AF-E14E-EB05-AA7C4DCED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D54DB69C-4F25-708E-DEB4-5D116DDF74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5"/>
          </p:nvPr>
        </p:nvSpPr>
        <p:spPr>
          <a:xfrm>
            <a:off x="515937" y="1393649"/>
            <a:ext cx="11160125" cy="1274067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/>
            </a:lvl1pPr>
            <a:lvl2pPr>
              <a:spcAft>
                <a:spcPts val="250"/>
              </a:spcAft>
              <a:defRPr/>
            </a:lvl2pPr>
            <a:lvl3pPr>
              <a:spcAft>
                <a:spcPts val="250"/>
              </a:spcAft>
              <a:defRPr/>
            </a:lvl3pPr>
            <a:lvl4pPr>
              <a:spcAft>
                <a:spcPts val="250"/>
              </a:spcAft>
              <a:defRPr/>
            </a:lvl4pPr>
            <a:lvl5pPr>
              <a:spcAft>
                <a:spcPts val="250"/>
              </a:spcAft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2" name="Marcador de texto 4">
            <a:extLst>
              <a:ext uri="{FF2B5EF4-FFF2-40B4-BE49-F238E27FC236}">
                <a16:creationId xmlns:a16="http://schemas.microsoft.com/office/drawing/2014/main" id="{4B828967-8070-3A5A-3095-E5A9E44E2F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617155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gener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6A364BF4-B292-C6DD-2979-44BD63CE8F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7" y="1581648"/>
            <a:ext cx="11160713" cy="26956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B5461E0-5625-4683-1C62-FE906FCD720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A57FE3-4DCB-073E-F54F-76496A32EDC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Imagen 8" descr="Icono&#10;&#10;Descripción generada automáticamente">
            <a:extLst>
              <a:ext uri="{FF2B5EF4-FFF2-40B4-BE49-F238E27FC236}">
                <a16:creationId xmlns:a16="http://schemas.microsoft.com/office/drawing/2014/main" id="{49368222-36A3-56C4-C214-15CC75EC89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04F672D-B8F8-A940-420C-4E4C631A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4" name="Marcador de texto 4">
            <a:extLst>
              <a:ext uri="{FF2B5EF4-FFF2-40B4-BE49-F238E27FC236}">
                <a16:creationId xmlns:a16="http://schemas.microsoft.com/office/drawing/2014/main" id="{E0005F80-3DF4-3C4D-38CE-98D2912477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9906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4AB2D294-DB62-5B69-B281-07115018EC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4568825"/>
            <a:ext cx="12192000" cy="22891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427" y="6459055"/>
            <a:ext cx="361677" cy="210323"/>
          </a:xfrm>
          <a:prstGeom prst="rect">
            <a:avLst/>
          </a:prstGeom>
        </p:spPr>
      </p:pic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150ADEAA-4E95-19E3-46C3-E74F482905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6" y="1394944"/>
            <a:ext cx="11150097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Marcador de texto 8">
            <a:extLst>
              <a:ext uri="{FF2B5EF4-FFF2-40B4-BE49-F238E27FC236}">
                <a16:creationId xmlns:a16="http://schemas.microsoft.com/office/drawing/2014/main" id="{1D50CC8E-178C-2232-AF50-1A70B6822A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515937" y="4872115"/>
            <a:ext cx="11150097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>
                <a:solidFill>
                  <a:schemeClr val="bg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0756FAB-A72E-279C-5084-2DF13880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52D7F76-95BB-A7A7-7C11-59535A2376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71127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4AB2D294-DB62-5B69-B281-07115018EC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708649"/>
            <a:ext cx="12192000" cy="1149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427" y="6459055"/>
            <a:ext cx="361677" cy="210323"/>
          </a:xfrm>
          <a:prstGeom prst="rect">
            <a:avLst/>
          </a:prstGeom>
        </p:spPr>
      </p:pic>
      <p:sp>
        <p:nvSpPr>
          <p:cNvPr id="11" name="Marcador de texto 8">
            <a:extLst>
              <a:ext uri="{FF2B5EF4-FFF2-40B4-BE49-F238E27FC236}">
                <a16:creationId xmlns:a16="http://schemas.microsoft.com/office/drawing/2014/main" id="{A82BE609-5944-46D9-6010-41377A7EB7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6" y="1394944"/>
            <a:ext cx="11150097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775F0A8-6821-A633-A3C6-DFD394A46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468F468-51D5-82DA-DA72-0B08D4E75B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457082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4AB2D294-DB62-5B69-B281-07115018EC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4568825"/>
            <a:ext cx="12192000" cy="2289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6095F8BE-EF49-C7B2-D8CA-895A308743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2500AA55-2A46-977A-E840-0E4F27247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6" y="1394944"/>
            <a:ext cx="11150097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texto 8">
            <a:extLst>
              <a:ext uri="{FF2B5EF4-FFF2-40B4-BE49-F238E27FC236}">
                <a16:creationId xmlns:a16="http://schemas.microsoft.com/office/drawing/2014/main" id="{960AFFC8-D88E-9C52-4E57-6CF7936F37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515937" y="4872115"/>
            <a:ext cx="11150097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>
                <a:solidFill>
                  <a:schemeClr val="bg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649932A5-FFE1-2439-3E1B-362385810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C912CEFE-9313-4461-9D6A-47CB77E97D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267576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4AB2D294-DB62-5B69-B281-07115018EC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708649"/>
            <a:ext cx="12192000" cy="11493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73735A1F-FA67-5623-12DB-6CEF732196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BE0D1003-F2D6-DEA4-B4DF-11B60D62BF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6" y="1394944"/>
            <a:ext cx="11150097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8E87A648-7CCF-E356-8A37-D2790E915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A0454570-F7FB-C677-A2DB-9916002D50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568661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4AB2D294-DB62-5B69-B281-07115018EC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4568825"/>
            <a:ext cx="12192000" cy="22891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D8052FB3-457E-32BC-5D2C-AEA247DB0C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75B28F19-FA2D-6DF4-2DB6-6BA22EEBCC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6" y="1394944"/>
            <a:ext cx="11150097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texto 8">
            <a:extLst>
              <a:ext uri="{FF2B5EF4-FFF2-40B4-BE49-F238E27FC236}">
                <a16:creationId xmlns:a16="http://schemas.microsoft.com/office/drawing/2014/main" id="{C44426E0-905F-617A-ED6D-FF79BA2D2E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515937" y="4872115"/>
            <a:ext cx="11150097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187CD0EC-A96D-2451-78F3-36408B7AD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CA0241EC-0A4A-1AFB-C6C1-0C47A5F406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361077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4AB2D294-DB62-5B69-B281-07115018EC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708649"/>
            <a:ext cx="12192000" cy="11493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28EE66CD-AA68-20B3-5763-6A4F385AF9B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EB27DCBA-AFB5-04A3-3C90-E43B8B8005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6" y="1394944"/>
            <a:ext cx="11150097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2888D296-CABC-DF37-C9E9-3FCE75F0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39457531-4EAF-7A3F-6DB4-60E2B4DFB7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96711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+ imag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F3E7287E-47D1-DBBD-61CB-8653F8F339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8135938" y="0"/>
            <a:ext cx="4056062" cy="6858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76651" y="6446880"/>
            <a:ext cx="420049" cy="252346"/>
          </a:xfrm>
        </p:spPr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DCA05A2D-A14F-399E-6233-2A613F5A48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15935" y="1388762"/>
            <a:ext cx="7045913" cy="1274067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spcAft>
                <a:spcPts val="250"/>
              </a:spcAft>
              <a:defRPr sz="1200"/>
            </a:lvl2pPr>
            <a:lvl3pPr>
              <a:spcAft>
                <a:spcPts val="250"/>
              </a:spcAft>
              <a:defRPr sz="1200"/>
            </a:lvl3pPr>
            <a:lvl4pPr>
              <a:spcAft>
                <a:spcPts val="250"/>
              </a:spcAft>
              <a:defRPr sz="1200"/>
            </a:lvl4pPr>
            <a:lvl5pPr>
              <a:spcAft>
                <a:spcPts val="250"/>
              </a:spcAft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título 1">
            <a:extLst>
              <a:ext uri="{FF2B5EF4-FFF2-40B4-BE49-F238E27FC236}">
                <a16:creationId xmlns:a16="http://schemas.microsoft.com/office/drawing/2014/main" id="{D02C3B86-115D-22DE-6CEE-AB4038A5D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7045911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CBA1463C-9518-176B-C754-BAA54D98D9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7045910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0908608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+ image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F3E7287E-47D1-DBBD-61CB-8653F8F339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8135938" y="0"/>
            <a:ext cx="4056062" cy="6858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76651" y="6446880"/>
            <a:ext cx="420049" cy="252346"/>
          </a:xfrm>
        </p:spPr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DCA05A2D-A14F-399E-6233-2A613F5A48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15935" y="1388762"/>
            <a:ext cx="7045913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 b="1"/>
            </a:lvl1pPr>
            <a:lvl2pPr marL="180975" indent="0">
              <a:spcAft>
                <a:spcPts val="250"/>
              </a:spcAft>
              <a:buNone/>
              <a:defRPr sz="1200"/>
            </a:lvl2pPr>
            <a:lvl3pPr>
              <a:spcAft>
                <a:spcPts val="250"/>
              </a:spcAft>
              <a:defRPr sz="1200"/>
            </a:lvl3pPr>
            <a:lvl4pPr>
              <a:spcAft>
                <a:spcPts val="250"/>
              </a:spcAft>
              <a:defRPr sz="1200"/>
            </a:lvl4pPr>
            <a:lvl5pPr>
              <a:spcAft>
                <a:spcPts val="250"/>
              </a:spcAft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ítulo 1">
            <a:extLst>
              <a:ext uri="{FF2B5EF4-FFF2-40B4-BE49-F238E27FC236}">
                <a16:creationId xmlns:a16="http://schemas.microsoft.com/office/drawing/2014/main" id="{FADD4A8F-5085-9B74-143B-9C4345D39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7045911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95C7A885-B9E1-DA05-2CEE-22A60E3401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7045910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1143155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DCA05A2D-A14F-399E-6233-2A613F5A48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13720" y="1389063"/>
            <a:ext cx="11160124" cy="285591"/>
          </a:xfrm>
        </p:spPr>
        <p:txBody>
          <a:bodyPr wrap="square">
            <a:spAutoFit/>
          </a:bodyPr>
          <a:lstStyle>
            <a:lvl1pPr marL="180975" indent="-174625">
              <a:spcAft>
                <a:spcPts val="250"/>
              </a:spcAft>
              <a:tabLst/>
              <a:defRPr sz="1200"/>
            </a:lvl1pPr>
            <a:lvl2pPr marL="0" indent="0">
              <a:spcAft>
                <a:spcPts val="250"/>
              </a:spcAft>
              <a:buNone/>
              <a:defRPr sz="1200"/>
            </a:lvl2pPr>
            <a:lvl3pPr marL="0">
              <a:spcAft>
                <a:spcPts val="250"/>
              </a:spcAf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exto 9">
            <a:extLst>
              <a:ext uri="{FF2B5EF4-FFF2-40B4-BE49-F238E27FC236}">
                <a16:creationId xmlns:a16="http://schemas.microsoft.com/office/drawing/2014/main" id="{B56F4D4C-9B69-7BEA-2994-C2D59F3740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513720" y="2288867"/>
            <a:ext cx="11160124" cy="285656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texto 11">
            <a:extLst>
              <a:ext uri="{FF2B5EF4-FFF2-40B4-BE49-F238E27FC236}">
                <a16:creationId xmlns:a16="http://schemas.microsoft.com/office/drawing/2014/main" id="{3381DD1D-4A34-6395-5CEE-61A5671DA8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513719" y="2588902"/>
            <a:ext cx="11160125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Marcador de texto 9">
            <a:extLst>
              <a:ext uri="{FF2B5EF4-FFF2-40B4-BE49-F238E27FC236}">
                <a16:creationId xmlns:a16="http://schemas.microsoft.com/office/drawing/2014/main" id="{EF22FDD8-F45D-8BD0-B8D0-7DC8073AE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513720" y="3120464"/>
            <a:ext cx="11160124" cy="285656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Marcador de texto 11">
            <a:extLst>
              <a:ext uri="{FF2B5EF4-FFF2-40B4-BE49-F238E27FC236}">
                <a16:creationId xmlns:a16="http://schemas.microsoft.com/office/drawing/2014/main" id="{218709AF-53C5-BF3A-4A90-B51AFCDEE6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513719" y="3420003"/>
            <a:ext cx="11160125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9">
            <a:extLst>
              <a:ext uri="{FF2B5EF4-FFF2-40B4-BE49-F238E27FC236}">
                <a16:creationId xmlns:a16="http://schemas.microsoft.com/office/drawing/2014/main" id="{CBAF0D0C-A66C-94B5-B202-09C69219C9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513720" y="3952061"/>
            <a:ext cx="11160124" cy="285656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Marcador de texto 11">
            <a:extLst>
              <a:ext uri="{FF2B5EF4-FFF2-40B4-BE49-F238E27FC236}">
                <a16:creationId xmlns:a16="http://schemas.microsoft.com/office/drawing/2014/main" id="{AFB81C59-3B07-B1ED-0302-37A3ED0DE7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/>
          </p:nvPr>
        </p:nvSpPr>
        <p:spPr>
          <a:xfrm>
            <a:off x="513719" y="4251535"/>
            <a:ext cx="11160125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texto 9">
            <a:extLst>
              <a:ext uri="{FF2B5EF4-FFF2-40B4-BE49-F238E27FC236}">
                <a16:creationId xmlns:a16="http://schemas.microsoft.com/office/drawing/2014/main" id="{9DD3E97A-BE0F-DDB9-BE08-CBEE4B38AD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513720" y="4783659"/>
            <a:ext cx="11160124" cy="285656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Marcador de texto 11">
            <a:extLst>
              <a:ext uri="{FF2B5EF4-FFF2-40B4-BE49-F238E27FC236}">
                <a16:creationId xmlns:a16="http://schemas.microsoft.com/office/drawing/2014/main" id="{D98B7757-FEF6-B171-3B77-FD24936365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/>
          </p:nvPr>
        </p:nvSpPr>
        <p:spPr>
          <a:xfrm>
            <a:off x="513719" y="5083067"/>
            <a:ext cx="11160125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48AC6A70-E60D-E2BD-64EB-8707A4E50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F0D6B403-B6CE-D4FD-7161-6E00D4BE08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275029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119EBEB5-34E5-7E82-93A1-61B2E31597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515351" y="2048839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F752373C-201F-2716-BBEC-0C473D55C2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515349" y="2398869"/>
            <a:ext cx="11150094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texto 8">
            <a:extLst>
              <a:ext uri="{FF2B5EF4-FFF2-40B4-BE49-F238E27FC236}">
                <a16:creationId xmlns:a16="http://schemas.microsoft.com/office/drawing/2014/main" id="{AD093E73-51BD-E9E6-A83D-7087A12B75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7" y="1394944"/>
            <a:ext cx="11150094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4" name="Marcador de texto 9">
            <a:extLst>
              <a:ext uri="{FF2B5EF4-FFF2-40B4-BE49-F238E27FC236}">
                <a16:creationId xmlns:a16="http://schemas.microsoft.com/office/drawing/2014/main" id="{3E9610FD-B0C6-0E6B-CCE2-F08889E9B9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515351" y="2987656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Marcador de texto 11">
            <a:extLst>
              <a:ext uri="{FF2B5EF4-FFF2-40B4-BE49-F238E27FC236}">
                <a16:creationId xmlns:a16="http://schemas.microsoft.com/office/drawing/2014/main" id="{2BCA51A1-AE0D-423C-4FA3-3E042D12D4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515349" y="3340568"/>
            <a:ext cx="11150094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Marcador de texto 9">
            <a:extLst>
              <a:ext uri="{FF2B5EF4-FFF2-40B4-BE49-F238E27FC236}">
                <a16:creationId xmlns:a16="http://schemas.microsoft.com/office/drawing/2014/main" id="{C015DD3F-9738-2723-1FB9-7E8D9A7130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515351" y="3926473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7" name="Marcador de texto 11">
            <a:extLst>
              <a:ext uri="{FF2B5EF4-FFF2-40B4-BE49-F238E27FC236}">
                <a16:creationId xmlns:a16="http://schemas.microsoft.com/office/drawing/2014/main" id="{7A503999-58C7-B741-3F86-5CB0526569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/>
          </p:nvPr>
        </p:nvSpPr>
        <p:spPr>
          <a:xfrm>
            <a:off x="515349" y="4269098"/>
            <a:ext cx="11150094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8" name="Marcador de texto 9">
            <a:extLst>
              <a:ext uri="{FF2B5EF4-FFF2-40B4-BE49-F238E27FC236}">
                <a16:creationId xmlns:a16="http://schemas.microsoft.com/office/drawing/2014/main" id="{541033CB-D7D1-5B1D-9562-2EF655848D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521245" y="4865290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Marcador de texto 11">
            <a:extLst>
              <a:ext uri="{FF2B5EF4-FFF2-40B4-BE49-F238E27FC236}">
                <a16:creationId xmlns:a16="http://schemas.microsoft.com/office/drawing/2014/main" id="{77BAEF2B-0F81-1216-6AB9-F9A624E7CB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/>
          </p:nvPr>
        </p:nvSpPr>
        <p:spPr>
          <a:xfrm>
            <a:off x="521243" y="5215320"/>
            <a:ext cx="11150094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828056E-9AB2-4939-74F3-0F2726AB7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C8E95A-A60A-F96A-1DFA-C8B8092E15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025814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119EBEB5-34E5-7E82-93A1-61B2E31597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515351" y="2048839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F752373C-201F-2716-BBEC-0C473D55C2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515349" y="2398869"/>
            <a:ext cx="11150094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texto 8">
            <a:extLst>
              <a:ext uri="{FF2B5EF4-FFF2-40B4-BE49-F238E27FC236}">
                <a16:creationId xmlns:a16="http://schemas.microsoft.com/office/drawing/2014/main" id="{AD093E73-51BD-E9E6-A83D-7087A12B75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7" y="1394944"/>
            <a:ext cx="11150094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4" name="Marcador de texto 9">
            <a:extLst>
              <a:ext uri="{FF2B5EF4-FFF2-40B4-BE49-F238E27FC236}">
                <a16:creationId xmlns:a16="http://schemas.microsoft.com/office/drawing/2014/main" id="{3E9610FD-B0C6-0E6B-CCE2-F08889E9B9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525969" y="2849383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Marcador de texto 11">
            <a:extLst>
              <a:ext uri="{FF2B5EF4-FFF2-40B4-BE49-F238E27FC236}">
                <a16:creationId xmlns:a16="http://schemas.microsoft.com/office/drawing/2014/main" id="{2BCA51A1-AE0D-423C-4FA3-3E042D12D4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525967" y="3202295"/>
            <a:ext cx="11150094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Marcador de texto 9">
            <a:extLst>
              <a:ext uri="{FF2B5EF4-FFF2-40B4-BE49-F238E27FC236}">
                <a16:creationId xmlns:a16="http://schemas.microsoft.com/office/drawing/2014/main" id="{C015DD3F-9738-2723-1FB9-7E8D9A7130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525969" y="3645405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7" name="Marcador de texto 11">
            <a:extLst>
              <a:ext uri="{FF2B5EF4-FFF2-40B4-BE49-F238E27FC236}">
                <a16:creationId xmlns:a16="http://schemas.microsoft.com/office/drawing/2014/main" id="{7A503999-58C7-B741-3F86-5CB0526569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/>
          </p:nvPr>
        </p:nvSpPr>
        <p:spPr>
          <a:xfrm>
            <a:off x="525967" y="3988030"/>
            <a:ext cx="11150094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8" name="Marcador de texto 9">
            <a:extLst>
              <a:ext uri="{FF2B5EF4-FFF2-40B4-BE49-F238E27FC236}">
                <a16:creationId xmlns:a16="http://schemas.microsoft.com/office/drawing/2014/main" id="{541033CB-D7D1-5B1D-9562-2EF655848D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525969" y="4423735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Marcador de texto 11">
            <a:extLst>
              <a:ext uri="{FF2B5EF4-FFF2-40B4-BE49-F238E27FC236}">
                <a16:creationId xmlns:a16="http://schemas.microsoft.com/office/drawing/2014/main" id="{77BAEF2B-0F81-1216-6AB9-F9A624E7CB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/>
          </p:nvPr>
        </p:nvSpPr>
        <p:spPr>
          <a:xfrm>
            <a:off x="525967" y="4773765"/>
            <a:ext cx="11150094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Marcador de texto 9">
            <a:extLst>
              <a:ext uri="{FF2B5EF4-FFF2-40B4-BE49-F238E27FC236}">
                <a16:creationId xmlns:a16="http://schemas.microsoft.com/office/drawing/2014/main" id="{C0B938C0-65B9-3956-B863-6864D69876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/>
          </p:nvPr>
        </p:nvSpPr>
        <p:spPr>
          <a:xfrm>
            <a:off x="525969" y="5215824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exto 11">
            <a:extLst>
              <a:ext uri="{FF2B5EF4-FFF2-40B4-BE49-F238E27FC236}">
                <a16:creationId xmlns:a16="http://schemas.microsoft.com/office/drawing/2014/main" id="{B86276E5-7A81-52C0-BBA0-C676BA685F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/>
          </p:nvPr>
        </p:nvSpPr>
        <p:spPr>
          <a:xfrm>
            <a:off x="525967" y="5565854"/>
            <a:ext cx="11150094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título 1">
            <a:extLst>
              <a:ext uri="{FF2B5EF4-FFF2-40B4-BE49-F238E27FC236}">
                <a16:creationId xmlns:a16="http://schemas.microsoft.com/office/drawing/2014/main" id="{50FB223E-0BD2-027A-2333-77A87C506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26337CDA-43DA-1BEE-6F7C-A5D54644A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4824078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5">
            <a:extLst>
              <a:ext uri="{FF2B5EF4-FFF2-40B4-BE49-F238E27FC236}">
                <a16:creationId xmlns:a16="http://schemas.microsoft.com/office/drawing/2014/main" id="{1E2550B5-7DE1-2867-478F-BD85772A5B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8135938" y="0"/>
            <a:ext cx="4056062" cy="6858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119EBEB5-34E5-7E82-93A1-61B2E31597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515351" y="2197187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F752373C-201F-2716-BBEC-0C473D55C2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515349" y="2547217"/>
            <a:ext cx="7076569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texto 8">
            <a:extLst>
              <a:ext uri="{FF2B5EF4-FFF2-40B4-BE49-F238E27FC236}">
                <a16:creationId xmlns:a16="http://schemas.microsoft.com/office/drawing/2014/main" id="{AD093E73-51BD-E9E6-A83D-7087A12B75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6" y="1394944"/>
            <a:ext cx="7110781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4" name="Marcador de texto 9">
            <a:extLst>
              <a:ext uri="{FF2B5EF4-FFF2-40B4-BE49-F238E27FC236}">
                <a16:creationId xmlns:a16="http://schemas.microsoft.com/office/drawing/2014/main" id="{3E9610FD-B0C6-0E6B-CCE2-F08889E9B9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515351" y="3136004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Marcador de texto 11">
            <a:extLst>
              <a:ext uri="{FF2B5EF4-FFF2-40B4-BE49-F238E27FC236}">
                <a16:creationId xmlns:a16="http://schemas.microsoft.com/office/drawing/2014/main" id="{2BCA51A1-AE0D-423C-4FA3-3E042D12D4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515349" y="3488916"/>
            <a:ext cx="7076569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Marcador de texto 9">
            <a:extLst>
              <a:ext uri="{FF2B5EF4-FFF2-40B4-BE49-F238E27FC236}">
                <a16:creationId xmlns:a16="http://schemas.microsoft.com/office/drawing/2014/main" id="{C015DD3F-9738-2723-1FB9-7E8D9A7130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515351" y="4074821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7" name="Marcador de texto 11">
            <a:extLst>
              <a:ext uri="{FF2B5EF4-FFF2-40B4-BE49-F238E27FC236}">
                <a16:creationId xmlns:a16="http://schemas.microsoft.com/office/drawing/2014/main" id="{7A503999-58C7-B741-3F86-5CB0526569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/>
          </p:nvPr>
        </p:nvSpPr>
        <p:spPr>
          <a:xfrm>
            <a:off x="515349" y="4417446"/>
            <a:ext cx="7076569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8" name="Marcador de texto 9">
            <a:extLst>
              <a:ext uri="{FF2B5EF4-FFF2-40B4-BE49-F238E27FC236}">
                <a16:creationId xmlns:a16="http://schemas.microsoft.com/office/drawing/2014/main" id="{541033CB-D7D1-5B1D-9562-2EF655848D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521245" y="5013638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Marcador de texto 11">
            <a:extLst>
              <a:ext uri="{FF2B5EF4-FFF2-40B4-BE49-F238E27FC236}">
                <a16:creationId xmlns:a16="http://schemas.microsoft.com/office/drawing/2014/main" id="{77BAEF2B-0F81-1216-6AB9-F9A624E7CB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/>
          </p:nvPr>
        </p:nvSpPr>
        <p:spPr>
          <a:xfrm>
            <a:off x="521243" y="5363668"/>
            <a:ext cx="7076569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ítulo 1">
            <a:extLst>
              <a:ext uri="{FF2B5EF4-FFF2-40B4-BE49-F238E27FC236}">
                <a16:creationId xmlns:a16="http://schemas.microsoft.com/office/drawing/2014/main" id="{944D81AE-F252-2F9E-FD2D-98DCF3647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7045911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39EEF7CA-8DBF-2E6E-DBF5-A2C283221F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7045910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404047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5" name="Marcador de texto 9">
            <a:extLst>
              <a:ext uri="{FF2B5EF4-FFF2-40B4-BE49-F238E27FC236}">
                <a16:creationId xmlns:a16="http://schemas.microsoft.com/office/drawing/2014/main" id="{B56F4D4C-9B69-7BEA-2994-C2D59F3740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842833" y="2289175"/>
            <a:ext cx="7113384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texto 11">
            <a:extLst>
              <a:ext uri="{FF2B5EF4-FFF2-40B4-BE49-F238E27FC236}">
                <a16:creationId xmlns:a16="http://schemas.microsoft.com/office/drawing/2014/main" id="{3381DD1D-4A34-6395-5CEE-61A5671DA8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516526" y="2640908"/>
            <a:ext cx="11160125" cy="28559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485D3BCA-5BA7-C4AA-184D-AA8F7D7EEA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3"/>
          </p:nvPr>
        </p:nvSpPr>
        <p:spPr>
          <a:xfrm>
            <a:off x="600314" y="2293626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39" name="Marcador de texto 9">
            <a:extLst>
              <a:ext uri="{FF2B5EF4-FFF2-40B4-BE49-F238E27FC236}">
                <a16:creationId xmlns:a16="http://schemas.microsoft.com/office/drawing/2014/main" id="{F6797FAC-F244-27F8-9B51-FBAB9D4EBE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/>
          </p:nvPr>
        </p:nvSpPr>
        <p:spPr>
          <a:xfrm>
            <a:off x="837259" y="3222725"/>
            <a:ext cx="7113384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0" name="Marcador de texto 11">
            <a:extLst>
              <a:ext uri="{FF2B5EF4-FFF2-40B4-BE49-F238E27FC236}">
                <a16:creationId xmlns:a16="http://schemas.microsoft.com/office/drawing/2014/main" id="{826760E1-79F4-AACC-EAA4-BEE6C6ED5A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/>
          </p:nvPr>
        </p:nvSpPr>
        <p:spPr>
          <a:xfrm>
            <a:off x="537943" y="3587275"/>
            <a:ext cx="11160125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Marcador de posición de imagen 10">
            <a:extLst>
              <a:ext uri="{FF2B5EF4-FFF2-40B4-BE49-F238E27FC236}">
                <a16:creationId xmlns:a16="http://schemas.microsoft.com/office/drawing/2014/main" id="{09A8C221-77E0-04AC-E5AE-5A69994297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6"/>
          </p:nvPr>
        </p:nvSpPr>
        <p:spPr>
          <a:xfrm>
            <a:off x="603121" y="3226322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42" name="Marcador de texto 9">
            <a:extLst>
              <a:ext uri="{FF2B5EF4-FFF2-40B4-BE49-F238E27FC236}">
                <a16:creationId xmlns:a16="http://schemas.microsoft.com/office/drawing/2014/main" id="{3EEF5451-B964-67DA-18DB-57E53C0EA0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837259" y="4166060"/>
            <a:ext cx="7113384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3" name="Marcador de texto 11">
            <a:extLst>
              <a:ext uri="{FF2B5EF4-FFF2-40B4-BE49-F238E27FC236}">
                <a16:creationId xmlns:a16="http://schemas.microsoft.com/office/drawing/2014/main" id="{3974CBD5-64B9-722B-8FB1-F29152527B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/>
          </p:nvPr>
        </p:nvSpPr>
        <p:spPr>
          <a:xfrm>
            <a:off x="509824" y="4523570"/>
            <a:ext cx="11160125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Marcador de texto 9">
            <a:extLst>
              <a:ext uri="{FF2B5EF4-FFF2-40B4-BE49-F238E27FC236}">
                <a16:creationId xmlns:a16="http://schemas.microsoft.com/office/drawing/2014/main" id="{6C38A0E5-C9BC-8BD0-F6D7-287E1ED0AC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838884" y="5102277"/>
            <a:ext cx="7113384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6" name="Marcador de texto 11">
            <a:extLst>
              <a:ext uri="{FF2B5EF4-FFF2-40B4-BE49-F238E27FC236}">
                <a16:creationId xmlns:a16="http://schemas.microsoft.com/office/drawing/2014/main" id="{41838742-120B-24B5-9457-A9887A7754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509824" y="5461237"/>
            <a:ext cx="11160125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7" name="Marcador de posición de imagen 10">
            <a:extLst>
              <a:ext uri="{FF2B5EF4-FFF2-40B4-BE49-F238E27FC236}">
                <a16:creationId xmlns:a16="http://schemas.microsoft.com/office/drawing/2014/main" id="{22DB04A3-472C-6766-7A62-7C564D035C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/>
          </p:nvPr>
        </p:nvSpPr>
        <p:spPr>
          <a:xfrm>
            <a:off x="602533" y="5109552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48" name="Marcador de posición de imagen 10">
            <a:extLst>
              <a:ext uri="{FF2B5EF4-FFF2-40B4-BE49-F238E27FC236}">
                <a16:creationId xmlns:a16="http://schemas.microsoft.com/office/drawing/2014/main" id="{C7A19B83-B4C6-E1D5-BD2F-9A9596BB4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3"/>
          </p:nvPr>
        </p:nvSpPr>
        <p:spPr>
          <a:xfrm>
            <a:off x="603121" y="4169657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49" name="Marcador de texto 8">
            <a:extLst>
              <a:ext uri="{FF2B5EF4-FFF2-40B4-BE49-F238E27FC236}">
                <a16:creationId xmlns:a16="http://schemas.microsoft.com/office/drawing/2014/main" id="{FD19682B-CC79-CDC2-43D6-DCD9EA419D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7" y="1394944"/>
            <a:ext cx="11150684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34C52556-EBBE-1C42-3A20-77B6A597AA79}"/>
              </a:ext>
            </a:extLst>
          </p:cNvPr>
          <p:cNvSpPr txBox="1"/>
          <p:nvPr userDrawn="1"/>
        </p:nvSpPr>
        <p:spPr>
          <a:xfrm>
            <a:off x="8654941" y="-388412"/>
            <a:ext cx="3537059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La iconografía está disponible al final de la plantilla</a:t>
            </a: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55E81E8-5676-4B1B-72EC-DE52C599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F5F481B6-60E5-B8FA-DF58-EFAC46A356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163708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5">
            <a:extLst>
              <a:ext uri="{FF2B5EF4-FFF2-40B4-BE49-F238E27FC236}">
                <a16:creationId xmlns:a16="http://schemas.microsoft.com/office/drawing/2014/main" id="{9C023C67-CEB1-8BB3-D2A7-6BF6EDCBEF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8135938" y="0"/>
            <a:ext cx="4056062" cy="6858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5" name="Marcador de texto 9">
            <a:extLst>
              <a:ext uri="{FF2B5EF4-FFF2-40B4-BE49-F238E27FC236}">
                <a16:creationId xmlns:a16="http://schemas.microsoft.com/office/drawing/2014/main" id="{B56F4D4C-9B69-7BEA-2994-C2D59F3740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842833" y="2289175"/>
            <a:ext cx="6886619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texto 11">
            <a:extLst>
              <a:ext uri="{FF2B5EF4-FFF2-40B4-BE49-F238E27FC236}">
                <a16:creationId xmlns:a16="http://schemas.microsoft.com/office/drawing/2014/main" id="{3381DD1D-4A34-6395-5CEE-61A5671DA8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516527" y="2640908"/>
            <a:ext cx="7206364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485D3BCA-5BA7-C4AA-184D-AA8F7D7EEA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3"/>
          </p:nvPr>
        </p:nvSpPr>
        <p:spPr>
          <a:xfrm>
            <a:off x="600314" y="2293626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39" name="Marcador de texto 9">
            <a:extLst>
              <a:ext uri="{FF2B5EF4-FFF2-40B4-BE49-F238E27FC236}">
                <a16:creationId xmlns:a16="http://schemas.microsoft.com/office/drawing/2014/main" id="{F6797FAC-F244-27F8-9B51-FBAB9D4EBE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/>
          </p:nvPr>
        </p:nvSpPr>
        <p:spPr>
          <a:xfrm>
            <a:off x="842833" y="3222725"/>
            <a:ext cx="6907605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0" name="Marcador de texto 11">
            <a:extLst>
              <a:ext uri="{FF2B5EF4-FFF2-40B4-BE49-F238E27FC236}">
                <a16:creationId xmlns:a16="http://schemas.microsoft.com/office/drawing/2014/main" id="{826760E1-79F4-AACC-EAA4-BEE6C6ED5A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/>
          </p:nvPr>
        </p:nvSpPr>
        <p:spPr>
          <a:xfrm>
            <a:off x="537944" y="3587275"/>
            <a:ext cx="7206364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Marcador de posición de imagen 10">
            <a:extLst>
              <a:ext uri="{FF2B5EF4-FFF2-40B4-BE49-F238E27FC236}">
                <a16:creationId xmlns:a16="http://schemas.microsoft.com/office/drawing/2014/main" id="{09A8C221-77E0-04AC-E5AE-5A69994297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6"/>
          </p:nvPr>
        </p:nvSpPr>
        <p:spPr>
          <a:xfrm>
            <a:off x="608695" y="3226322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42" name="Marcador de texto 9">
            <a:extLst>
              <a:ext uri="{FF2B5EF4-FFF2-40B4-BE49-F238E27FC236}">
                <a16:creationId xmlns:a16="http://schemas.microsoft.com/office/drawing/2014/main" id="{3EEF5451-B964-67DA-18DB-57E53C0EA0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842833" y="4166060"/>
            <a:ext cx="6907605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3" name="Marcador de texto 11">
            <a:extLst>
              <a:ext uri="{FF2B5EF4-FFF2-40B4-BE49-F238E27FC236}">
                <a16:creationId xmlns:a16="http://schemas.microsoft.com/office/drawing/2014/main" id="{3974CBD5-64B9-722B-8FB1-F29152527B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/>
          </p:nvPr>
        </p:nvSpPr>
        <p:spPr>
          <a:xfrm>
            <a:off x="509825" y="4523570"/>
            <a:ext cx="7233918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Marcador de texto 9">
            <a:extLst>
              <a:ext uri="{FF2B5EF4-FFF2-40B4-BE49-F238E27FC236}">
                <a16:creationId xmlns:a16="http://schemas.microsoft.com/office/drawing/2014/main" id="{6C38A0E5-C9BC-8BD0-F6D7-287E1ED0AC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842833" y="5102277"/>
            <a:ext cx="6880051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6" name="Marcador de texto 11">
            <a:extLst>
              <a:ext uri="{FF2B5EF4-FFF2-40B4-BE49-F238E27FC236}">
                <a16:creationId xmlns:a16="http://schemas.microsoft.com/office/drawing/2014/main" id="{41838742-120B-24B5-9457-A9887A7754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509825" y="5461237"/>
            <a:ext cx="7206364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7" name="Marcador de posición de imagen 10">
            <a:extLst>
              <a:ext uri="{FF2B5EF4-FFF2-40B4-BE49-F238E27FC236}">
                <a16:creationId xmlns:a16="http://schemas.microsoft.com/office/drawing/2014/main" id="{22DB04A3-472C-6766-7A62-7C564D035C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/>
          </p:nvPr>
        </p:nvSpPr>
        <p:spPr>
          <a:xfrm>
            <a:off x="606482" y="5109552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48" name="Marcador de posición de imagen 10">
            <a:extLst>
              <a:ext uri="{FF2B5EF4-FFF2-40B4-BE49-F238E27FC236}">
                <a16:creationId xmlns:a16="http://schemas.microsoft.com/office/drawing/2014/main" id="{C7A19B83-B4C6-E1D5-BD2F-9A9596BB4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3"/>
          </p:nvPr>
        </p:nvSpPr>
        <p:spPr>
          <a:xfrm>
            <a:off x="608695" y="4169657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12" name="Marcador de texto 8">
            <a:extLst>
              <a:ext uri="{FF2B5EF4-FFF2-40B4-BE49-F238E27FC236}">
                <a16:creationId xmlns:a16="http://schemas.microsoft.com/office/drawing/2014/main" id="{748E23FB-87CC-89E4-0756-A3EEADD02A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7" y="1394944"/>
            <a:ext cx="7206364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927765A-A258-CFA2-1548-98B62475814F}"/>
              </a:ext>
            </a:extLst>
          </p:cNvPr>
          <p:cNvSpPr txBox="1"/>
          <p:nvPr userDrawn="1"/>
        </p:nvSpPr>
        <p:spPr>
          <a:xfrm>
            <a:off x="8654941" y="-349983"/>
            <a:ext cx="3537059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La iconografía está disponible al final de la plantilla</a:t>
            </a: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9FD046A-E83C-78D1-17D4-86BFCA750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7227806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AE90C0D9-E88C-E15F-8BA4-B391CFF9D4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476459"/>
            <a:ext cx="7227805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197998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48" name="Marcador de texto 8">
            <a:extLst>
              <a:ext uri="{FF2B5EF4-FFF2-40B4-BE49-F238E27FC236}">
                <a16:creationId xmlns:a16="http://schemas.microsoft.com/office/drawing/2014/main" id="{48963BDC-5F8B-EFC3-65DB-61EF963A16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5967" y="1394944"/>
            <a:ext cx="11150095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CBCBBE54-EC85-08A9-EC3D-F59A0A106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C2BE8588-DADD-5B61-13E6-1001A27A10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068504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48" name="Marcador de texto 8">
            <a:extLst>
              <a:ext uri="{FF2B5EF4-FFF2-40B4-BE49-F238E27FC236}">
                <a16:creationId xmlns:a16="http://schemas.microsoft.com/office/drawing/2014/main" id="{48963BDC-5F8B-EFC3-65DB-61EF963A16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5967" y="1394944"/>
            <a:ext cx="11210691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1" name="Marcador de texto 9">
            <a:extLst>
              <a:ext uri="{FF2B5EF4-FFF2-40B4-BE49-F238E27FC236}">
                <a16:creationId xmlns:a16="http://schemas.microsoft.com/office/drawing/2014/main" id="{1AD866AD-502B-02D2-C681-F7A4B6E18EA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96000" y="2146379"/>
            <a:ext cx="4499935" cy="285591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01.Haga clic para modificar</a:t>
            </a: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FC04A9D-A235-8F09-68EB-08BF8C2C8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DF4674B-95F0-5943-58E9-0229EC28AD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059822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+ P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4AB2D294-DB62-5B69-B281-07115018EC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708649"/>
            <a:ext cx="12192000" cy="1149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427" y="6459055"/>
            <a:ext cx="361677" cy="210323"/>
          </a:xfrm>
          <a:prstGeom prst="rect">
            <a:avLst/>
          </a:prstGeom>
        </p:spPr>
      </p:pic>
      <p:sp>
        <p:nvSpPr>
          <p:cNvPr id="11" name="Marcador de texto 8">
            <a:extLst>
              <a:ext uri="{FF2B5EF4-FFF2-40B4-BE49-F238E27FC236}">
                <a16:creationId xmlns:a16="http://schemas.microsoft.com/office/drawing/2014/main" id="{A82BE609-5944-46D9-6010-41377A7EB7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7" y="1394944"/>
            <a:ext cx="4729935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4C93F7E-A8D1-B21E-0AB1-70D6B1108E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2136" y="1394943"/>
            <a:ext cx="5552627" cy="5089907"/>
          </a:xfrm>
          <a:prstGeom prst="rect">
            <a:avLst/>
          </a:prstGeom>
        </p:spPr>
      </p:pic>
      <p:sp>
        <p:nvSpPr>
          <p:cNvPr id="5" name="Marcador de posición de imagen 5">
            <a:extLst>
              <a:ext uri="{FF2B5EF4-FFF2-40B4-BE49-F238E27FC236}">
                <a16:creationId xmlns:a16="http://schemas.microsoft.com/office/drawing/2014/main" id="{974A0EDA-B96F-92E9-3665-33A96B4A46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79776" y="1686265"/>
            <a:ext cx="4925838" cy="2978414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8" name="Marcador de texto 11">
            <a:extLst>
              <a:ext uri="{FF2B5EF4-FFF2-40B4-BE49-F238E27FC236}">
                <a16:creationId xmlns:a16="http://schemas.microsoft.com/office/drawing/2014/main" id="{1CE7D526-B5FD-4D7E-FB1A-7AF7A62F839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149" y="2581301"/>
            <a:ext cx="4750753" cy="1189292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texto 9">
            <a:extLst>
              <a:ext uri="{FF2B5EF4-FFF2-40B4-BE49-F238E27FC236}">
                <a16:creationId xmlns:a16="http://schemas.microsoft.com/office/drawing/2014/main" id="{AB54394B-DC6A-5622-739D-3EEEC02A62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7942" y="2268392"/>
            <a:ext cx="3717876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4" name="Marcador de posición de imagen 10">
            <a:extLst>
              <a:ext uri="{FF2B5EF4-FFF2-40B4-BE49-F238E27FC236}">
                <a16:creationId xmlns:a16="http://schemas.microsoft.com/office/drawing/2014/main" id="{E6D08A77-5643-28EE-AD04-3C3679BF087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75423" y="2272843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5" name="Marcador de texto 11">
            <a:extLst>
              <a:ext uri="{FF2B5EF4-FFF2-40B4-BE49-F238E27FC236}">
                <a16:creationId xmlns:a16="http://schemas.microsoft.com/office/drawing/2014/main" id="{8DD5E7D7-864F-343A-2129-B4F41C872E3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0692" y="4183924"/>
            <a:ext cx="4750753" cy="1189292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Marcador de texto 9">
            <a:extLst>
              <a:ext uri="{FF2B5EF4-FFF2-40B4-BE49-F238E27FC236}">
                <a16:creationId xmlns:a16="http://schemas.microsoft.com/office/drawing/2014/main" id="{EE34C117-536F-CE56-D2DC-26E80FA56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7942" y="3871015"/>
            <a:ext cx="3717876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7" name="Marcador de posición de imagen 10">
            <a:extLst>
              <a:ext uri="{FF2B5EF4-FFF2-40B4-BE49-F238E27FC236}">
                <a16:creationId xmlns:a16="http://schemas.microsoft.com/office/drawing/2014/main" id="{D72F711A-BAFC-C00D-0322-921043E69BD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5423" y="3875466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C711DC2-49A4-8131-FFA1-1E67683B7978}"/>
              </a:ext>
            </a:extLst>
          </p:cNvPr>
          <p:cNvSpPr txBox="1"/>
          <p:nvPr userDrawn="1"/>
        </p:nvSpPr>
        <p:spPr>
          <a:xfrm>
            <a:off x="8692709" y="-332619"/>
            <a:ext cx="3499291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Dispones de más dispositivos al final de la plantilla</a:t>
            </a:r>
          </a:p>
        </p:txBody>
      </p:sp>
      <p:sp>
        <p:nvSpPr>
          <p:cNvPr id="6" name="Marcador de título 1">
            <a:extLst>
              <a:ext uri="{FF2B5EF4-FFF2-40B4-BE49-F238E27FC236}">
                <a16:creationId xmlns:a16="http://schemas.microsoft.com/office/drawing/2014/main" id="{735E7729-441D-BF14-65F6-DBC2EF4BD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75B67E96-5180-89C8-B0BA-DE17FE91CC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23009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texto + Portat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62D82CB4-A9AC-4D3D-2434-E93630EFDF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4589" y="1508776"/>
            <a:ext cx="6742062" cy="4129512"/>
          </a:xfrm>
          <a:prstGeom prst="rect">
            <a:avLst/>
          </a:prstGeom>
        </p:spPr>
      </p:pic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427" y="6459055"/>
            <a:ext cx="361677" cy="210323"/>
          </a:xfrm>
          <a:prstGeom prst="rect">
            <a:avLst/>
          </a:prstGeom>
        </p:spPr>
      </p:pic>
      <p:sp>
        <p:nvSpPr>
          <p:cNvPr id="5" name="Marcador de posición de imagen 5">
            <a:extLst>
              <a:ext uri="{FF2B5EF4-FFF2-40B4-BE49-F238E27FC236}">
                <a16:creationId xmlns:a16="http://schemas.microsoft.com/office/drawing/2014/main" id="{974A0EDA-B96F-92E9-3665-33A96B4A46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6001457" y="2089673"/>
            <a:ext cx="4586887" cy="2839502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8" name="Marcador de texto 11">
            <a:extLst>
              <a:ext uri="{FF2B5EF4-FFF2-40B4-BE49-F238E27FC236}">
                <a16:creationId xmlns:a16="http://schemas.microsoft.com/office/drawing/2014/main" id="{1CE7D526-B5FD-4D7E-FB1A-7AF7A62F83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515350" y="2142822"/>
            <a:ext cx="4419240" cy="712927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texto 9">
            <a:extLst>
              <a:ext uri="{FF2B5EF4-FFF2-40B4-BE49-F238E27FC236}">
                <a16:creationId xmlns:a16="http://schemas.microsoft.com/office/drawing/2014/main" id="{AB54394B-DC6A-5622-739D-3EEEC02A62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817942" y="1829913"/>
            <a:ext cx="3717876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4" name="Marcador de posición de imagen 10">
            <a:extLst>
              <a:ext uri="{FF2B5EF4-FFF2-40B4-BE49-F238E27FC236}">
                <a16:creationId xmlns:a16="http://schemas.microsoft.com/office/drawing/2014/main" id="{E6D08A77-5643-28EE-AD04-3C3679BF08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3"/>
          </p:nvPr>
        </p:nvSpPr>
        <p:spPr>
          <a:xfrm>
            <a:off x="575423" y="1834364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5" name="Marcador de texto 11">
            <a:extLst>
              <a:ext uri="{FF2B5EF4-FFF2-40B4-BE49-F238E27FC236}">
                <a16:creationId xmlns:a16="http://schemas.microsoft.com/office/drawing/2014/main" id="{8DD5E7D7-864F-343A-2129-B4F41C872E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/>
          </p:nvPr>
        </p:nvSpPr>
        <p:spPr>
          <a:xfrm>
            <a:off x="515350" y="3293858"/>
            <a:ext cx="4419240" cy="739736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Marcador de texto 9">
            <a:extLst>
              <a:ext uri="{FF2B5EF4-FFF2-40B4-BE49-F238E27FC236}">
                <a16:creationId xmlns:a16="http://schemas.microsoft.com/office/drawing/2014/main" id="{EE34C117-536F-CE56-D2DC-26E80FA56B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/>
          </p:nvPr>
        </p:nvSpPr>
        <p:spPr>
          <a:xfrm>
            <a:off x="817942" y="2980949"/>
            <a:ext cx="3717876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7" name="Marcador de posición de imagen 10">
            <a:extLst>
              <a:ext uri="{FF2B5EF4-FFF2-40B4-BE49-F238E27FC236}">
                <a16:creationId xmlns:a16="http://schemas.microsoft.com/office/drawing/2014/main" id="{D72F711A-BAFC-C00D-0322-921043E69B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6"/>
          </p:nvPr>
        </p:nvSpPr>
        <p:spPr>
          <a:xfrm>
            <a:off x="575423" y="2985400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9F28CFCB-4FDB-647C-8441-15DBE3C658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525617" y="4489474"/>
            <a:ext cx="4419240" cy="739736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Marcador de texto 9">
            <a:extLst>
              <a:ext uri="{FF2B5EF4-FFF2-40B4-BE49-F238E27FC236}">
                <a16:creationId xmlns:a16="http://schemas.microsoft.com/office/drawing/2014/main" id="{22D63911-CD1C-A65B-192D-BFE74496E3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/>
          </p:nvPr>
        </p:nvSpPr>
        <p:spPr>
          <a:xfrm>
            <a:off x="817875" y="4176565"/>
            <a:ext cx="3717876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Marcador de posición de imagen 10">
            <a:extLst>
              <a:ext uri="{FF2B5EF4-FFF2-40B4-BE49-F238E27FC236}">
                <a16:creationId xmlns:a16="http://schemas.microsoft.com/office/drawing/2014/main" id="{37AF594C-0762-5DFC-E5CD-490C915BB9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9"/>
          </p:nvPr>
        </p:nvSpPr>
        <p:spPr>
          <a:xfrm>
            <a:off x="575356" y="4181016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17" name="Marcador de texto 9">
            <a:extLst>
              <a:ext uri="{FF2B5EF4-FFF2-40B4-BE49-F238E27FC236}">
                <a16:creationId xmlns:a16="http://schemas.microsoft.com/office/drawing/2014/main" id="{740EDB17-87C4-8300-9D8D-CC4ABD1D91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537504" y="5669609"/>
            <a:ext cx="10899119" cy="353300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 b="0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5AE1DE6-3B60-77E8-CCCB-800FB5ACF9AA}"/>
              </a:ext>
            </a:extLst>
          </p:cNvPr>
          <p:cNvSpPr txBox="1"/>
          <p:nvPr userDrawn="1"/>
        </p:nvSpPr>
        <p:spPr>
          <a:xfrm>
            <a:off x="8692709" y="-332619"/>
            <a:ext cx="3499291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Dispones de más dispositivos al final de la plantilla</a:t>
            </a: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76858D6-CA0B-9D2E-24D7-8CDEE5411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5B9D6624-E728-8536-4222-7E7C410E07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618119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a del tiemp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4AB2D294-DB62-5B69-B281-07115018EC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708649"/>
            <a:ext cx="12192000" cy="11493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73735A1F-FA67-5623-12DB-6CEF732196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BE0D1003-F2D6-DEA4-B4DF-11B60D62BF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6" y="1394944"/>
            <a:ext cx="11150097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Marcador de texto 9">
            <a:extLst>
              <a:ext uri="{FF2B5EF4-FFF2-40B4-BE49-F238E27FC236}">
                <a16:creationId xmlns:a16="http://schemas.microsoft.com/office/drawing/2014/main" id="{9FB23A1B-032C-7258-B625-F778DADDED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1645215" y="2372467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texto 11">
            <a:extLst>
              <a:ext uri="{FF2B5EF4-FFF2-40B4-BE49-F238E27FC236}">
                <a16:creationId xmlns:a16="http://schemas.microsoft.com/office/drawing/2014/main" id="{A2AAF7BD-1521-5D74-1462-63A95F00EE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45214" y="2664216"/>
            <a:ext cx="1802174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8" name="Marcador de texto 9">
            <a:extLst>
              <a:ext uri="{FF2B5EF4-FFF2-40B4-BE49-F238E27FC236}">
                <a16:creationId xmlns:a16="http://schemas.microsoft.com/office/drawing/2014/main" id="{56A88D7D-5F34-1405-B52F-986BA61F8B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3920240" y="2372467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Marcador de texto 11">
            <a:extLst>
              <a:ext uri="{FF2B5EF4-FFF2-40B4-BE49-F238E27FC236}">
                <a16:creationId xmlns:a16="http://schemas.microsoft.com/office/drawing/2014/main" id="{CACA1DE0-B1B4-3CB8-EB78-5FAEC2D42F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20239" y="2664216"/>
            <a:ext cx="1802174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2" name="Marcador de texto 9">
            <a:extLst>
              <a:ext uri="{FF2B5EF4-FFF2-40B4-BE49-F238E27FC236}">
                <a16:creationId xmlns:a16="http://schemas.microsoft.com/office/drawing/2014/main" id="{E5506DCB-0D58-0979-9DD2-F65E3B74F7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6195265" y="2359847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Marcador de texto 11">
            <a:extLst>
              <a:ext uri="{FF2B5EF4-FFF2-40B4-BE49-F238E27FC236}">
                <a16:creationId xmlns:a16="http://schemas.microsoft.com/office/drawing/2014/main" id="{62BEC9CA-ABF3-2E79-3F6B-FE7512004D8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685" y="2660236"/>
            <a:ext cx="1802174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6" name="Marcador de texto 9">
            <a:extLst>
              <a:ext uri="{FF2B5EF4-FFF2-40B4-BE49-F238E27FC236}">
                <a16:creationId xmlns:a16="http://schemas.microsoft.com/office/drawing/2014/main" id="{B699B6BE-16EF-7751-AD31-7AE67B20C6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8470291" y="2353754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7" name="Marcador de texto 11">
            <a:extLst>
              <a:ext uri="{FF2B5EF4-FFF2-40B4-BE49-F238E27FC236}">
                <a16:creationId xmlns:a16="http://schemas.microsoft.com/office/drawing/2014/main" id="{DBE5E3C0-A8F7-864E-1938-3A7BB2CD011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70290" y="2645503"/>
            <a:ext cx="1802174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8" name="Marcador de texto 9">
            <a:extLst>
              <a:ext uri="{FF2B5EF4-FFF2-40B4-BE49-F238E27FC236}">
                <a16:creationId xmlns:a16="http://schemas.microsoft.com/office/drawing/2014/main" id="{D318FDB1-6C5A-56C7-9940-40C93B384C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/>
          </p:nvPr>
        </p:nvSpPr>
        <p:spPr>
          <a:xfrm>
            <a:off x="2110737" y="3948329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9" name="Marcador de texto 11">
            <a:extLst>
              <a:ext uri="{FF2B5EF4-FFF2-40B4-BE49-F238E27FC236}">
                <a16:creationId xmlns:a16="http://schemas.microsoft.com/office/drawing/2014/main" id="{A18FCAF4-5AF0-6CCC-AB2F-01BD92A612A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105223" y="4258791"/>
            <a:ext cx="1802174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0" name="Marcador de texto 9">
            <a:extLst>
              <a:ext uri="{FF2B5EF4-FFF2-40B4-BE49-F238E27FC236}">
                <a16:creationId xmlns:a16="http://schemas.microsoft.com/office/drawing/2014/main" id="{D3B51C20-F83A-ED4C-39F4-E7800498FC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/>
          </p:nvPr>
        </p:nvSpPr>
        <p:spPr>
          <a:xfrm>
            <a:off x="4385762" y="3948329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Marcador de texto 11">
            <a:extLst>
              <a:ext uri="{FF2B5EF4-FFF2-40B4-BE49-F238E27FC236}">
                <a16:creationId xmlns:a16="http://schemas.microsoft.com/office/drawing/2014/main" id="{79504D8A-3C8B-A78B-7CFF-4E079F4E96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80247" y="4247482"/>
            <a:ext cx="1802174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Marcador de texto 9">
            <a:extLst>
              <a:ext uri="{FF2B5EF4-FFF2-40B4-BE49-F238E27FC236}">
                <a16:creationId xmlns:a16="http://schemas.microsoft.com/office/drawing/2014/main" id="{3C212434-7EA8-8A7B-0885-AAD5CF3261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6660787" y="3935709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3" name="Marcador de texto 11">
            <a:extLst>
              <a:ext uri="{FF2B5EF4-FFF2-40B4-BE49-F238E27FC236}">
                <a16:creationId xmlns:a16="http://schemas.microsoft.com/office/drawing/2014/main" id="{A8CCA0C6-CA10-5D88-06A3-0AE76D20583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60786" y="4227458"/>
            <a:ext cx="1802174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Marcador de texto 9">
            <a:extLst>
              <a:ext uri="{FF2B5EF4-FFF2-40B4-BE49-F238E27FC236}">
                <a16:creationId xmlns:a16="http://schemas.microsoft.com/office/drawing/2014/main" id="{9CCB1A22-0012-3AA6-BC7F-BF0F54B384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/>
          </p:nvPr>
        </p:nvSpPr>
        <p:spPr>
          <a:xfrm>
            <a:off x="8935813" y="3929616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Marcador de texto 11">
            <a:extLst>
              <a:ext uri="{FF2B5EF4-FFF2-40B4-BE49-F238E27FC236}">
                <a16:creationId xmlns:a16="http://schemas.microsoft.com/office/drawing/2014/main" id="{9B41145B-DD63-D1D3-9C2D-4BCC0E96904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935812" y="4221365"/>
            <a:ext cx="1802174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8FE8DC77-6697-6745-695E-3081627C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AE5F0E04-C399-D7D1-4FBB-40D529C850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190059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a del ti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BE0D1003-F2D6-DEA4-B4DF-11B60D62BF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6" y="1394944"/>
            <a:ext cx="11150097" cy="285591"/>
          </a:xfrm>
        </p:spPr>
        <p:txBody>
          <a:bodyPr wrap="square">
            <a:sp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Marcador de texto 9">
            <a:extLst>
              <a:ext uri="{FF2B5EF4-FFF2-40B4-BE49-F238E27FC236}">
                <a16:creationId xmlns:a16="http://schemas.microsoft.com/office/drawing/2014/main" id="{9FB23A1B-032C-7258-B625-F778DADDED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1645215" y="2372467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texto 11">
            <a:extLst>
              <a:ext uri="{FF2B5EF4-FFF2-40B4-BE49-F238E27FC236}">
                <a16:creationId xmlns:a16="http://schemas.microsoft.com/office/drawing/2014/main" id="{A2AAF7BD-1521-5D74-1462-63A95F00EE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45214" y="2664216"/>
            <a:ext cx="2230528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8" name="Marcador de texto 9">
            <a:extLst>
              <a:ext uri="{FF2B5EF4-FFF2-40B4-BE49-F238E27FC236}">
                <a16:creationId xmlns:a16="http://schemas.microsoft.com/office/drawing/2014/main" id="{56A88D7D-5F34-1405-B52F-986BA61F8B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5111830" y="2382045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Marcador de texto 11">
            <a:extLst>
              <a:ext uri="{FF2B5EF4-FFF2-40B4-BE49-F238E27FC236}">
                <a16:creationId xmlns:a16="http://schemas.microsoft.com/office/drawing/2014/main" id="{CACA1DE0-B1B4-3CB8-EB78-5FAEC2D42F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11829" y="2673794"/>
            <a:ext cx="2230528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2" name="Marcador de texto 9">
            <a:extLst>
              <a:ext uri="{FF2B5EF4-FFF2-40B4-BE49-F238E27FC236}">
                <a16:creationId xmlns:a16="http://schemas.microsoft.com/office/drawing/2014/main" id="{E5506DCB-0D58-0979-9DD2-F65E3B74F7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8316259" y="2386286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Marcador de texto 11">
            <a:extLst>
              <a:ext uri="{FF2B5EF4-FFF2-40B4-BE49-F238E27FC236}">
                <a16:creationId xmlns:a16="http://schemas.microsoft.com/office/drawing/2014/main" id="{62BEC9CA-ABF3-2E79-3F6B-FE7512004D8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14679" y="2686675"/>
            <a:ext cx="2230528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8" name="Marcador de texto 9">
            <a:extLst>
              <a:ext uri="{FF2B5EF4-FFF2-40B4-BE49-F238E27FC236}">
                <a16:creationId xmlns:a16="http://schemas.microsoft.com/office/drawing/2014/main" id="{D318FDB1-6C5A-56C7-9940-40C93B384C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/>
          </p:nvPr>
        </p:nvSpPr>
        <p:spPr>
          <a:xfrm>
            <a:off x="2148274" y="3929616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9" name="Marcador de texto 11">
            <a:extLst>
              <a:ext uri="{FF2B5EF4-FFF2-40B4-BE49-F238E27FC236}">
                <a16:creationId xmlns:a16="http://schemas.microsoft.com/office/drawing/2014/main" id="{A18FCAF4-5AF0-6CCC-AB2F-01BD92A612A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142760" y="4240078"/>
            <a:ext cx="2230528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0" name="Marcador de texto 9">
            <a:extLst>
              <a:ext uri="{FF2B5EF4-FFF2-40B4-BE49-F238E27FC236}">
                <a16:creationId xmlns:a16="http://schemas.microsoft.com/office/drawing/2014/main" id="{D3B51C20-F83A-ED4C-39F4-E7800498FC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/>
          </p:nvPr>
        </p:nvSpPr>
        <p:spPr>
          <a:xfrm>
            <a:off x="5390654" y="3940925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Marcador de texto 11">
            <a:extLst>
              <a:ext uri="{FF2B5EF4-FFF2-40B4-BE49-F238E27FC236}">
                <a16:creationId xmlns:a16="http://schemas.microsoft.com/office/drawing/2014/main" id="{79504D8A-3C8B-A78B-7CFF-4E079F4E96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5139" y="4240078"/>
            <a:ext cx="2230528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Marcador de texto 9">
            <a:extLst>
              <a:ext uri="{FF2B5EF4-FFF2-40B4-BE49-F238E27FC236}">
                <a16:creationId xmlns:a16="http://schemas.microsoft.com/office/drawing/2014/main" id="{3C212434-7EA8-8A7B-0885-AAD5CF3261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8676302" y="3934589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3" name="Marcador de texto 11">
            <a:extLst>
              <a:ext uri="{FF2B5EF4-FFF2-40B4-BE49-F238E27FC236}">
                <a16:creationId xmlns:a16="http://schemas.microsoft.com/office/drawing/2014/main" id="{A8CCA0C6-CA10-5D88-06A3-0AE76D20583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76301" y="4226338"/>
            <a:ext cx="2230528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posición de imagen 5">
            <a:extLst>
              <a:ext uri="{FF2B5EF4-FFF2-40B4-BE49-F238E27FC236}">
                <a16:creationId xmlns:a16="http://schemas.microsoft.com/office/drawing/2014/main" id="{A1D7B78E-5521-C57C-9211-75BF12986D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10959395" y="3399382"/>
            <a:ext cx="500981" cy="504000"/>
          </a:xfrm>
          <a:noFill/>
        </p:spPr>
        <p:txBody>
          <a:bodyPr>
            <a:noAutofit/>
          </a:bodyPr>
          <a:lstStyle>
            <a:lvl1pPr marL="0" indent="0">
              <a:buNone/>
              <a:defRPr sz="800"/>
            </a:lvl1pPr>
          </a:lstStyle>
          <a:p>
            <a:r>
              <a:rPr lang="es-ES" dirty="0"/>
              <a:t>Icono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F169BCC-AC1F-95C9-BCFE-77B34FE8B8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708649"/>
            <a:ext cx="12192000" cy="11493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Marcador de pie de página 2">
            <a:extLst>
              <a:ext uri="{FF2B5EF4-FFF2-40B4-BE49-F238E27FC236}">
                <a16:creationId xmlns:a16="http://schemas.microsoft.com/office/drawing/2014/main" id="{8B37FC74-2C43-1F64-27AC-4B883645D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7561851" y="6442610"/>
            <a:ext cx="4114800" cy="24973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16" name="Marcador de número de diapositiva 3">
            <a:extLst>
              <a:ext uri="{FF2B5EF4-FFF2-40B4-BE49-F238E27FC236}">
                <a16:creationId xmlns:a16="http://schemas.microsoft.com/office/drawing/2014/main" id="{3421F4C7-61D3-B81F-68CA-3946C87D7A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>
          <a:xfrm>
            <a:off x="11676651" y="6439995"/>
            <a:ext cx="420049" cy="2523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7" name="Imagen 16" descr="Icono&#10;&#10;Descripción generada automáticamente">
            <a:extLst>
              <a:ext uri="{FF2B5EF4-FFF2-40B4-BE49-F238E27FC236}">
                <a16:creationId xmlns:a16="http://schemas.microsoft.com/office/drawing/2014/main" id="{1EBF6F72-BC19-0F83-FD18-D193540C3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5C7DA27-73A7-CD42-E28C-19AA94A4C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4">
            <a:extLst>
              <a:ext uri="{FF2B5EF4-FFF2-40B4-BE49-F238E27FC236}">
                <a16:creationId xmlns:a16="http://schemas.microsoft.com/office/drawing/2014/main" id="{F16FCFAB-26DE-A426-56E1-A6B15BF8C8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2068552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a del tiemp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BE0D1003-F2D6-DEA4-B4DF-11B60D62BF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6" y="1394944"/>
            <a:ext cx="11150097" cy="285591"/>
          </a:xfrm>
        </p:spPr>
        <p:txBody>
          <a:bodyPr wrap="square">
            <a:sp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Marcador de texto 9">
            <a:extLst>
              <a:ext uri="{FF2B5EF4-FFF2-40B4-BE49-F238E27FC236}">
                <a16:creationId xmlns:a16="http://schemas.microsoft.com/office/drawing/2014/main" id="{9FB23A1B-032C-7258-B625-F778DADDED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1535469" y="2372467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texto 11">
            <a:extLst>
              <a:ext uri="{FF2B5EF4-FFF2-40B4-BE49-F238E27FC236}">
                <a16:creationId xmlns:a16="http://schemas.microsoft.com/office/drawing/2014/main" id="{A2AAF7BD-1521-5D74-1462-63A95F00EE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35468" y="2664216"/>
            <a:ext cx="2112260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8" name="Marcador de texto 9">
            <a:extLst>
              <a:ext uri="{FF2B5EF4-FFF2-40B4-BE49-F238E27FC236}">
                <a16:creationId xmlns:a16="http://schemas.microsoft.com/office/drawing/2014/main" id="{56A88D7D-5F34-1405-B52F-986BA61F8B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5002084" y="2382045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Marcador de texto 11">
            <a:extLst>
              <a:ext uri="{FF2B5EF4-FFF2-40B4-BE49-F238E27FC236}">
                <a16:creationId xmlns:a16="http://schemas.microsoft.com/office/drawing/2014/main" id="{CACA1DE0-B1B4-3CB8-EB78-5FAEC2D42F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02083" y="2673794"/>
            <a:ext cx="2112260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2" name="Marcador de texto 9">
            <a:extLst>
              <a:ext uri="{FF2B5EF4-FFF2-40B4-BE49-F238E27FC236}">
                <a16:creationId xmlns:a16="http://schemas.microsoft.com/office/drawing/2014/main" id="{E5506DCB-0D58-0979-9DD2-F65E3B74F7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8206513" y="2386286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Marcador de texto 11">
            <a:extLst>
              <a:ext uri="{FF2B5EF4-FFF2-40B4-BE49-F238E27FC236}">
                <a16:creationId xmlns:a16="http://schemas.microsoft.com/office/drawing/2014/main" id="{62BEC9CA-ABF3-2E79-3F6B-FE7512004D8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933" y="2686675"/>
            <a:ext cx="2112260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8" name="Marcador de texto 9">
            <a:extLst>
              <a:ext uri="{FF2B5EF4-FFF2-40B4-BE49-F238E27FC236}">
                <a16:creationId xmlns:a16="http://schemas.microsoft.com/office/drawing/2014/main" id="{D318FDB1-6C5A-56C7-9940-40C93B384C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/>
          </p:nvPr>
        </p:nvSpPr>
        <p:spPr>
          <a:xfrm>
            <a:off x="1961031" y="3929616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9" name="Marcador de texto 11">
            <a:extLst>
              <a:ext uri="{FF2B5EF4-FFF2-40B4-BE49-F238E27FC236}">
                <a16:creationId xmlns:a16="http://schemas.microsoft.com/office/drawing/2014/main" id="{A18FCAF4-5AF0-6CCC-AB2F-01BD92A612A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955517" y="4240078"/>
            <a:ext cx="2112260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0" name="Marcador de texto 9">
            <a:extLst>
              <a:ext uri="{FF2B5EF4-FFF2-40B4-BE49-F238E27FC236}">
                <a16:creationId xmlns:a16="http://schemas.microsoft.com/office/drawing/2014/main" id="{D3B51C20-F83A-ED4C-39F4-E7800498FC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/>
          </p:nvPr>
        </p:nvSpPr>
        <p:spPr>
          <a:xfrm>
            <a:off x="5263418" y="3940925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Marcador de texto 11">
            <a:extLst>
              <a:ext uri="{FF2B5EF4-FFF2-40B4-BE49-F238E27FC236}">
                <a16:creationId xmlns:a16="http://schemas.microsoft.com/office/drawing/2014/main" id="{79504D8A-3C8B-A78B-7CFF-4E079F4E96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57903" y="4240078"/>
            <a:ext cx="2112260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Marcador de texto 9">
            <a:extLst>
              <a:ext uri="{FF2B5EF4-FFF2-40B4-BE49-F238E27FC236}">
                <a16:creationId xmlns:a16="http://schemas.microsoft.com/office/drawing/2014/main" id="{3C212434-7EA8-8A7B-0885-AAD5CF3261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8549066" y="3934589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3" name="Marcador de texto 11">
            <a:extLst>
              <a:ext uri="{FF2B5EF4-FFF2-40B4-BE49-F238E27FC236}">
                <a16:creationId xmlns:a16="http://schemas.microsoft.com/office/drawing/2014/main" id="{A8CCA0C6-CA10-5D88-06A3-0AE76D20583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49065" y="4226338"/>
            <a:ext cx="2112260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posición de imagen 5">
            <a:extLst>
              <a:ext uri="{FF2B5EF4-FFF2-40B4-BE49-F238E27FC236}">
                <a16:creationId xmlns:a16="http://schemas.microsoft.com/office/drawing/2014/main" id="{A1D7B78E-5521-C57C-9211-75BF12986D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10959395" y="3399382"/>
            <a:ext cx="500981" cy="504000"/>
          </a:xfrm>
          <a:noFill/>
        </p:spPr>
        <p:txBody>
          <a:bodyPr>
            <a:noAutofit/>
          </a:bodyPr>
          <a:lstStyle>
            <a:lvl1pPr marL="0" indent="0">
              <a:buNone/>
              <a:defRPr sz="800"/>
            </a:lvl1pPr>
          </a:lstStyle>
          <a:p>
            <a:r>
              <a:rPr lang="es-ES" dirty="0"/>
              <a:t>Icono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F169BCC-AC1F-95C9-BCFE-77B34FE8B8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708649"/>
            <a:ext cx="12192000" cy="11493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Marcador de pie de página 2">
            <a:extLst>
              <a:ext uri="{FF2B5EF4-FFF2-40B4-BE49-F238E27FC236}">
                <a16:creationId xmlns:a16="http://schemas.microsoft.com/office/drawing/2014/main" id="{8B37FC74-2C43-1F64-27AC-4B883645D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7561851" y="6442610"/>
            <a:ext cx="4114800" cy="24973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16" name="Marcador de número de diapositiva 3">
            <a:extLst>
              <a:ext uri="{FF2B5EF4-FFF2-40B4-BE49-F238E27FC236}">
                <a16:creationId xmlns:a16="http://schemas.microsoft.com/office/drawing/2014/main" id="{3421F4C7-61D3-B81F-68CA-3946C87D7A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>
          <a:xfrm>
            <a:off x="11676651" y="6439995"/>
            <a:ext cx="420049" cy="2523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7" name="Imagen 16" descr="Icono&#10;&#10;Descripción generada automáticamente">
            <a:extLst>
              <a:ext uri="{FF2B5EF4-FFF2-40B4-BE49-F238E27FC236}">
                <a16:creationId xmlns:a16="http://schemas.microsoft.com/office/drawing/2014/main" id="{1EBF6F72-BC19-0F83-FD18-D193540C3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3" name="Marcador de texto 9">
            <a:extLst>
              <a:ext uri="{FF2B5EF4-FFF2-40B4-BE49-F238E27FC236}">
                <a16:creationId xmlns:a16="http://schemas.microsoft.com/office/drawing/2014/main" id="{7B5B9D68-6B39-BE81-F13B-DAF5673F4E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 hasCustomPrompt="1"/>
          </p:nvPr>
        </p:nvSpPr>
        <p:spPr>
          <a:xfrm>
            <a:off x="790746" y="2308402"/>
            <a:ext cx="713446" cy="520528"/>
          </a:xfrm>
        </p:spPr>
        <p:txBody>
          <a:bodyPr wrap="square" anchor="ctr" anchorCtr="0">
            <a:noAutofit/>
          </a:bodyPr>
          <a:lstStyle>
            <a:lvl1pPr marL="0" indent="0" algn="r">
              <a:buNone/>
              <a:defRPr sz="3200" b="1">
                <a:solidFill>
                  <a:schemeClr val="accent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4" name="Marcador de texto 9">
            <a:extLst>
              <a:ext uri="{FF2B5EF4-FFF2-40B4-BE49-F238E27FC236}">
                <a16:creationId xmlns:a16="http://schemas.microsoft.com/office/drawing/2014/main" id="{66FD67E2-1B9A-5A34-0F74-124DE537B0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 hasCustomPrompt="1"/>
          </p:nvPr>
        </p:nvSpPr>
        <p:spPr>
          <a:xfrm>
            <a:off x="4257360" y="2317554"/>
            <a:ext cx="713446" cy="520528"/>
          </a:xfrm>
        </p:spPr>
        <p:txBody>
          <a:bodyPr wrap="square" anchor="ctr" anchorCtr="0">
            <a:noAutofit/>
          </a:bodyPr>
          <a:lstStyle>
            <a:lvl1pPr marL="0" indent="0" algn="r">
              <a:buNone/>
              <a:defRPr sz="3200" b="1">
                <a:solidFill>
                  <a:schemeClr val="accent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CB3DA58-FFB9-5C12-03EC-3B7C74CA85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 hasCustomPrompt="1"/>
          </p:nvPr>
        </p:nvSpPr>
        <p:spPr>
          <a:xfrm>
            <a:off x="7461788" y="2331599"/>
            <a:ext cx="713446" cy="520528"/>
          </a:xfrm>
        </p:spPr>
        <p:txBody>
          <a:bodyPr wrap="square" anchor="ctr" anchorCtr="0">
            <a:noAutofit/>
          </a:bodyPr>
          <a:lstStyle>
            <a:lvl1pPr marL="0" indent="0" algn="r">
              <a:buNone/>
              <a:defRPr sz="3200" b="1">
                <a:solidFill>
                  <a:schemeClr val="accent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4" name="Marcador de texto 9">
            <a:extLst>
              <a:ext uri="{FF2B5EF4-FFF2-40B4-BE49-F238E27FC236}">
                <a16:creationId xmlns:a16="http://schemas.microsoft.com/office/drawing/2014/main" id="{E13B9A82-4FC7-AF59-D393-0D82D4A331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 hasCustomPrompt="1"/>
          </p:nvPr>
        </p:nvSpPr>
        <p:spPr>
          <a:xfrm>
            <a:off x="1133148" y="4656276"/>
            <a:ext cx="713446" cy="520528"/>
          </a:xfrm>
        </p:spPr>
        <p:txBody>
          <a:bodyPr wrap="square" anchor="ctr" anchorCtr="0">
            <a:noAutofit/>
          </a:bodyPr>
          <a:lstStyle>
            <a:lvl1pPr marL="0" indent="0" algn="r">
              <a:buNone/>
              <a:defRPr sz="3200" b="1">
                <a:solidFill>
                  <a:schemeClr val="accent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8" name="Marcador de texto 9">
            <a:extLst>
              <a:ext uri="{FF2B5EF4-FFF2-40B4-BE49-F238E27FC236}">
                <a16:creationId xmlns:a16="http://schemas.microsoft.com/office/drawing/2014/main" id="{FF841C41-69ED-EAFE-CDFD-F70E006599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 hasCustomPrompt="1"/>
          </p:nvPr>
        </p:nvSpPr>
        <p:spPr>
          <a:xfrm>
            <a:off x="4425584" y="4656276"/>
            <a:ext cx="713446" cy="520528"/>
          </a:xfrm>
        </p:spPr>
        <p:txBody>
          <a:bodyPr wrap="square" anchor="ctr" anchorCtr="0">
            <a:noAutofit/>
          </a:bodyPr>
          <a:lstStyle>
            <a:lvl1pPr marL="0" indent="0" algn="r">
              <a:buNone/>
              <a:defRPr sz="3200" b="1">
                <a:solidFill>
                  <a:schemeClr val="accent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9" name="Marcador de texto 9">
            <a:extLst>
              <a:ext uri="{FF2B5EF4-FFF2-40B4-BE49-F238E27FC236}">
                <a16:creationId xmlns:a16="http://schemas.microsoft.com/office/drawing/2014/main" id="{DA545AF1-4913-F5E0-2ED4-198D8E348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 hasCustomPrompt="1"/>
          </p:nvPr>
        </p:nvSpPr>
        <p:spPr>
          <a:xfrm>
            <a:off x="7782834" y="4656276"/>
            <a:ext cx="713446" cy="520528"/>
          </a:xfrm>
        </p:spPr>
        <p:txBody>
          <a:bodyPr wrap="square" anchor="ctr" anchorCtr="0">
            <a:noAutofit/>
          </a:bodyPr>
          <a:lstStyle>
            <a:lvl1pPr marL="0" indent="0" algn="r">
              <a:buNone/>
              <a:defRPr sz="3200" b="1">
                <a:solidFill>
                  <a:schemeClr val="accent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20BEF90-B469-F216-9A77-B312D37A3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D36074EC-1B40-4842-49AB-404AC1C05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4198279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a del tiemp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8">
            <a:extLst>
              <a:ext uri="{FF2B5EF4-FFF2-40B4-BE49-F238E27FC236}">
                <a16:creationId xmlns:a16="http://schemas.microsoft.com/office/drawing/2014/main" id="{BE0D1003-F2D6-DEA4-B4DF-11B60D62BF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6" y="1394944"/>
            <a:ext cx="11150097" cy="285591"/>
          </a:xfrm>
        </p:spPr>
        <p:txBody>
          <a:bodyPr wrap="square">
            <a:sp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Marcador de texto 9">
            <a:extLst>
              <a:ext uri="{FF2B5EF4-FFF2-40B4-BE49-F238E27FC236}">
                <a16:creationId xmlns:a16="http://schemas.microsoft.com/office/drawing/2014/main" id="{9FB23A1B-032C-7258-B625-F778DADDED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0093" y="2372467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texto 11">
            <a:extLst>
              <a:ext uri="{FF2B5EF4-FFF2-40B4-BE49-F238E27FC236}">
                <a16:creationId xmlns:a16="http://schemas.microsoft.com/office/drawing/2014/main" id="{A2AAF7BD-1521-5D74-1462-63A95F00EE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40092" y="2664216"/>
            <a:ext cx="1546908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8" name="Marcador de texto 9">
            <a:extLst>
              <a:ext uri="{FF2B5EF4-FFF2-40B4-BE49-F238E27FC236}">
                <a16:creationId xmlns:a16="http://schemas.microsoft.com/office/drawing/2014/main" id="{56A88D7D-5F34-1405-B52F-986BA61F8B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45033" y="2382045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Marcador de texto 11">
            <a:extLst>
              <a:ext uri="{FF2B5EF4-FFF2-40B4-BE49-F238E27FC236}">
                <a16:creationId xmlns:a16="http://schemas.microsoft.com/office/drawing/2014/main" id="{CACA1DE0-B1B4-3CB8-EB78-5FAEC2D42F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45032" y="2673794"/>
            <a:ext cx="1546908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2" name="Marcador de texto 9">
            <a:extLst>
              <a:ext uri="{FF2B5EF4-FFF2-40B4-BE49-F238E27FC236}">
                <a16:creationId xmlns:a16="http://schemas.microsoft.com/office/drawing/2014/main" id="{E5506DCB-0D58-0979-9DD2-F65E3B74F7F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85342" y="2386286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Marcador de texto 11">
            <a:extLst>
              <a:ext uri="{FF2B5EF4-FFF2-40B4-BE49-F238E27FC236}">
                <a16:creationId xmlns:a16="http://schemas.microsoft.com/office/drawing/2014/main" id="{62BEC9CA-ABF3-2E79-3F6B-FE7512004D8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83762" y="2686675"/>
            <a:ext cx="1546908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8" name="Marcador de texto 9">
            <a:extLst>
              <a:ext uri="{FF2B5EF4-FFF2-40B4-BE49-F238E27FC236}">
                <a16:creationId xmlns:a16="http://schemas.microsoft.com/office/drawing/2014/main" id="{D318FDB1-6C5A-56C7-9940-40C93B384C3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899358" y="4199878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9" name="Marcador de texto 11">
            <a:extLst>
              <a:ext uri="{FF2B5EF4-FFF2-40B4-BE49-F238E27FC236}">
                <a16:creationId xmlns:a16="http://schemas.microsoft.com/office/drawing/2014/main" id="{A18FCAF4-5AF0-6CCC-AB2F-01BD92A612A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893844" y="4510340"/>
            <a:ext cx="1546908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0" name="Marcador de texto 9">
            <a:extLst>
              <a:ext uri="{FF2B5EF4-FFF2-40B4-BE49-F238E27FC236}">
                <a16:creationId xmlns:a16="http://schemas.microsoft.com/office/drawing/2014/main" id="{D3B51C20-F83A-ED4C-39F4-E7800498FC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49093" y="4193378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Marcador de texto 11">
            <a:extLst>
              <a:ext uri="{FF2B5EF4-FFF2-40B4-BE49-F238E27FC236}">
                <a16:creationId xmlns:a16="http://schemas.microsoft.com/office/drawing/2014/main" id="{79504D8A-3C8B-A78B-7CFF-4E079F4E96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43578" y="4492531"/>
            <a:ext cx="1546908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Marcador de texto 9">
            <a:extLst>
              <a:ext uri="{FF2B5EF4-FFF2-40B4-BE49-F238E27FC236}">
                <a16:creationId xmlns:a16="http://schemas.microsoft.com/office/drawing/2014/main" id="{3C212434-7EA8-8A7B-0885-AAD5CF3261F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22253" y="4186059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3" name="Marcador de texto 11">
            <a:extLst>
              <a:ext uri="{FF2B5EF4-FFF2-40B4-BE49-F238E27FC236}">
                <a16:creationId xmlns:a16="http://schemas.microsoft.com/office/drawing/2014/main" id="{A8CCA0C6-CA10-5D88-06A3-0AE76D20583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222252" y="4477808"/>
            <a:ext cx="1546908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F169BCC-AC1F-95C9-BCFE-77B34FE8B8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5708649"/>
            <a:ext cx="12192000" cy="1149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Marcador de pie de página 2">
            <a:extLst>
              <a:ext uri="{FF2B5EF4-FFF2-40B4-BE49-F238E27FC236}">
                <a16:creationId xmlns:a16="http://schemas.microsoft.com/office/drawing/2014/main" id="{8B37FC74-2C43-1F64-27AC-4B883645D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7561851" y="6442610"/>
            <a:ext cx="4114800" cy="24973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16" name="Marcador de número de diapositiva 3">
            <a:extLst>
              <a:ext uri="{FF2B5EF4-FFF2-40B4-BE49-F238E27FC236}">
                <a16:creationId xmlns:a16="http://schemas.microsoft.com/office/drawing/2014/main" id="{3421F4C7-61D3-B81F-68CA-3946C87D7A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>
          <a:xfrm>
            <a:off x="11676651" y="6439995"/>
            <a:ext cx="420049" cy="252346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7" name="Imagen 16" descr="Icono&#10;&#10;Descripción generada automáticamente">
            <a:extLst>
              <a:ext uri="{FF2B5EF4-FFF2-40B4-BE49-F238E27FC236}">
                <a16:creationId xmlns:a16="http://schemas.microsoft.com/office/drawing/2014/main" id="{1EBF6F72-BC19-0F83-FD18-D193540C3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3" name="Marcador de texto 9">
            <a:extLst>
              <a:ext uri="{FF2B5EF4-FFF2-40B4-BE49-F238E27FC236}">
                <a16:creationId xmlns:a16="http://schemas.microsoft.com/office/drawing/2014/main" id="{7B5B9D68-6B39-BE81-F13B-DAF5673F4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5370" y="2308402"/>
            <a:ext cx="713446" cy="520528"/>
          </a:xfrm>
        </p:spPr>
        <p:txBody>
          <a:bodyPr wrap="square" anchor="ctr" anchorCtr="0">
            <a:noAutofit/>
          </a:bodyPr>
          <a:lstStyle>
            <a:lvl1pPr marL="0" indent="0" algn="r">
              <a:buNone/>
              <a:defRPr sz="3200" b="1">
                <a:solidFill>
                  <a:schemeClr val="accent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4" name="Marcador de texto 9">
            <a:extLst>
              <a:ext uri="{FF2B5EF4-FFF2-40B4-BE49-F238E27FC236}">
                <a16:creationId xmlns:a16="http://schemas.microsoft.com/office/drawing/2014/main" id="{66FD67E2-1B9A-5A34-0F74-124DE537B0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00309" y="2317554"/>
            <a:ext cx="713446" cy="520528"/>
          </a:xfrm>
        </p:spPr>
        <p:txBody>
          <a:bodyPr wrap="square" anchor="ctr" anchorCtr="0">
            <a:noAutofit/>
          </a:bodyPr>
          <a:lstStyle>
            <a:lvl1pPr marL="0" indent="0" algn="r">
              <a:buNone/>
              <a:defRPr sz="3200" b="1">
                <a:solidFill>
                  <a:schemeClr val="accent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CB3DA58-FFB9-5C12-03EC-3B7C74CA85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40617" y="2331599"/>
            <a:ext cx="713446" cy="520528"/>
          </a:xfrm>
        </p:spPr>
        <p:txBody>
          <a:bodyPr wrap="square" anchor="ctr" anchorCtr="0">
            <a:noAutofit/>
          </a:bodyPr>
          <a:lstStyle>
            <a:lvl1pPr marL="0" indent="0" algn="r">
              <a:buNone/>
              <a:defRPr sz="3200" b="1">
                <a:solidFill>
                  <a:schemeClr val="accent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4" name="Marcador de texto 9">
            <a:extLst>
              <a:ext uri="{FF2B5EF4-FFF2-40B4-BE49-F238E27FC236}">
                <a16:creationId xmlns:a16="http://schemas.microsoft.com/office/drawing/2014/main" id="{E13B9A82-4FC7-AF59-D393-0D82D4A331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 hasCustomPrompt="1"/>
          </p:nvPr>
        </p:nvSpPr>
        <p:spPr>
          <a:xfrm>
            <a:off x="1133148" y="4656276"/>
            <a:ext cx="713446" cy="520528"/>
          </a:xfrm>
        </p:spPr>
        <p:txBody>
          <a:bodyPr wrap="square" anchor="ctr" anchorCtr="0">
            <a:noAutofit/>
          </a:bodyPr>
          <a:lstStyle>
            <a:lvl1pPr marL="0" indent="0" algn="r">
              <a:buNone/>
              <a:defRPr sz="3200" b="1">
                <a:solidFill>
                  <a:schemeClr val="accent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8" name="Marcador de texto 9">
            <a:extLst>
              <a:ext uri="{FF2B5EF4-FFF2-40B4-BE49-F238E27FC236}">
                <a16:creationId xmlns:a16="http://schemas.microsoft.com/office/drawing/2014/main" id="{FF841C41-69ED-EAFE-CDFD-F70E0065994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86003" y="4656276"/>
            <a:ext cx="713446" cy="520528"/>
          </a:xfrm>
        </p:spPr>
        <p:txBody>
          <a:bodyPr wrap="square" anchor="ctr" anchorCtr="0">
            <a:noAutofit/>
          </a:bodyPr>
          <a:lstStyle>
            <a:lvl1pPr marL="0" indent="0" algn="r">
              <a:buNone/>
              <a:defRPr sz="3200" b="1">
                <a:solidFill>
                  <a:schemeClr val="accent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9" name="Marcador de texto 9">
            <a:extLst>
              <a:ext uri="{FF2B5EF4-FFF2-40B4-BE49-F238E27FC236}">
                <a16:creationId xmlns:a16="http://schemas.microsoft.com/office/drawing/2014/main" id="{DA545AF1-4913-F5E0-2ED4-198D8E34885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56042" y="4656276"/>
            <a:ext cx="713446" cy="520528"/>
          </a:xfrm>
        </p:spPr>
        <p:txBody>
          <a:bodyPr wrap="square" anchor="ctr" anchorCtr="0">
            <a:noAutofit/>
          </a:bodyPr>
          <a:lstStyle>
            <a:lvl1pPr marL="0" indent="0" algn="r">
              <a:buNone/>
              <a:defRPr sz="3200" b="1">
                <a:solidFill>
                  <a:schemeClr val="accent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2" name="Marcador de texto 9">
            <a:extLst>
              <a:ext uri="{FF2B5EF4-FFF2-40B4-BE49-F238E27FC236}">
                <a16:creationId xmlns:a16="http://schemas.microsoft.com/office/drawing/2014/main" id="{EEAD54EF-2B98-3156-436B-8C90315BC62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317112" y="2368135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texto 11">
            <a:extLst>
              <a:ext uri="{FF2B5EF4-FFF2-40B4-BE49-F238E27FC236}">
                <a16:creationId xmlns:a16="http://schemas.microsoft.com/office/drawing/2014/main" id="{EA57D6B3-F48F-4061-B314-4DFCE77C184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315532" y="2668524"/>
            <a:ext cx="1546908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Marcador de texto 9">
            <a:extLst>
              <a:ext uri="{FF2B5EF4-FFF2-40B4-BE49-F238E27FC236}">
                <a16:creationId xmlns:a16="http://schemas.microsoft.com/office/drawing/2014/main" id="{7A94AB5A-28A2-EFCD-A626-4D914BD306C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72387" y="2313448"/>
            <a:ext cx="713446" cy="520528"/>
          </a:xfrm>
        </p:spPr>
        <p:txBody>
          <a:bodyPr wrap="square" anchor="ctr" anchorCtr="0">
            <a:noAutofit/>
          </a:bodyPr>
          <a:lstStyle>
            <a:lvl1pPr marL="0" indent="0" algn="r">
              <a:buNone/>
              <a:defRPr sz="3200" b="1">
                <a:solidFill>
                  <a:schemeClr val="accent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24" name="Marcador de texto 9">
            <a:extLst>
              <a:ext uri="{FF2B5EF4-FFF2-40B4-BE49-F238E27FC236}">
                <a16:creationId xmlns:a16="http://schemas.microsoft.com/office/drawing/2014/main" id="{54A2FA8A-D5AA-590A-1982-DFBC3A9969B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696400" y="4186059"/>
            <a:ext cx="1546907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Marcador de texto 11">
            <a:extLst>
              <a:ext uri="{FF2B5EF4-FFF2-40B4-BE49-F238E27FC236}">
                <a16:creationId xmlns:a16="http://schemas.microsoft.com/office/drawing/2014/main" id="{FB7F6E9E-2D8C-D8C3-EF9F-22309A6B8EF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696399" y="4477808"/>
            <a:ext cx="1546908" cy="702885"/>
          </a:xfrm>
        </p:spPr>
        <p:txBody>
          <a:bodyPr wrap="square"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Marcador de texto 9">
            <a:extLst>
              <a:ext uri="{FF2B5EF4-FFF2-40B4-BE49-F238E27FC236}">
                <a16:creationId xmlns:a16="http://schemas.microsoft.com/office/drawing/2014/main" id="{FE211C7B-1562-D02E-20F3-16693625172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30189" y="4656276"/>
            <a:ext cx="713446" cy="520528"/>
          </a:xfrm>
        </p:spPr>
        <p:txBody>
          <a:bodyPr wrap="square" anchor="ctr" anchorCtr="0">
            <a:noAutofit/>
          </a:bodyPr>
          <a:lstStyle>
            <a:lvl1pPr marL="0" indent="0" algn="r">
              <a:buNone/>
              <a:defRPr sz="3200" b="1">
                <a:solidFill>
                  <a:schemeClr val="accent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62C96DB-F38D-1813-2A57-0A67364BF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1E9729C6-90CB-77BE-6CA1-104989DFEE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7131686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a del tiemp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48" name="Marcador de texto 8">
            <a:extLst>
              <a:ext uri="{FF2B5EF4-FFF2-40B4-BE49-F238E27FC236}">
                <a16:creationId xmlns:a16="http://schemas.microsoft.com/office/drawing/2014/main" id="{48963BDC-5F8B-EFC3-65DB-61EF963A16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7" y="1394944"/>
            <a:ext cx="5538865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Marcador de texto 9">
            <a:extLst>
              <a:ext uri="{FF2B5EF4-FFF2-40B4-BE49-F238E27FC236}">
                <a16:creationId xmlns:a16="http://schemas.microsoft.com/office/drawing/2014/main" id="{1FD8A4F3-13F4-8DB9-C60A-B335BA2DC6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7656182" y="1524419"/>
            <a:ext cx="3146296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01. Haga clic</a:t>
            </a:r>
          </a:p>
        </p:txBody>
      </p:sp>
      <p:sp>
        <p:nvSpPr>
          <p:cNvPr id="19" name="Marcador de texto 11">
            <a:extLst>
              <a:ext uri="{FF2B5EF4-FFF2-40B4-BE49-F238E27FC236}">
                <a16:creationId xmlns:a16="http://schemas.microsoft.com/office/drawing/2014/main" id="{46433FD9-C02F-765C-E037-BA3E17939E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/>
          </p:nvPr>
        </p:nvSpPr>
        <p:spPr>
          <a:xfrm>
            <a:off x="7656232" y="1820340"/>
            <a:ext cx="3146296" cy="702885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6" name="Marcador de texto 9">
            <a:extLst>
              <a:ext uri="{FF2B5EF4-FFF2-40B4-BE49-F238E27FC236}">
                <a16:creationId xmlns:a16="http://schemas.microsoft.com/office/drawing/2014/main" id="{B81A27C8-CE65-F5B8-6390-3A7919149F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7632987" y="2863632"/>
            <a:ext cx="3146296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01. Haga clic</a:t>
            </a:r>
          </a:p>
        </p:txBody>
      </p:sp>
      <p:sp>
        <p:nvSpPr>
          <p:cNvPr id="47" name="Marcador de texto 11">
            <a:extLst>
              <a:ext uri="{FF2B5EF4-FFF2-40B4-BE49-F238E27FC236}">
                <a16:creationId xmlns:a16="http://schemas.microsoft.com/office/drawing/2014/main" id="{0870AC25-1D4E-B84A-7CF3-CC6727F8E8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/>
          </p:nvPr>
        </p:nvSpPr>
        <p:spPr>
          <a:xfrm>
            <a:off x="7632987" y="3149070"/>
            <a:ext cx="3146296" cy="702885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7" name="Marcador de texto 9">
            <a:extLst>
              <a:ext uri="{FF2B5EF4-FFF2-40B4-BE49-F238E27FC236}">
                <a16:creationId xmlns:a16="http://schemas.microsoft.com/office/drawing/2014/main" id="{F7E3DAF7-D3EF-A131-C7A0-F0FD9BB7DE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 hasCustomPrompt="1"/>
          </p:nvPr>
        </p:nvSpPr>
        <p:spPr>
          <a:xfrm>
            <a:off x="7632987" y="4202845"/>
            <a:ext cx="3146296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01. Haga clic</a:t>
            </a:r>
          </a:p>
        </p:txBody>
      </p:sp>
      <p:sp>
        <p:nvSpPr>
          <p:cNvPr id="58" name="Marcador de texto 11">
            <a:extLst>
              <a:ext uri="{FF2B5EF4-FFF2-40B4-BE49-F238E27FC236}">
                <a16:creationId xmlns:a16="http://schemas.microsoft.com/office/drawing/2014/main" id="{DA91ADBD-690D-FC46-45E3-8A00AA6BBE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/>
          </p:nvPr>
        </p:nvSpPr>
        <p:spPr>
          <a:xfrm>
            <a:off x="7632987" y="4489873"/>
            <a:ext cx="3146296" cy="702885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A611D4B-63B7-2E3D-310B-A039D2B5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B7CAACF-D01B-4A84-81EC-6005DBE5EA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814229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a del tiemp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48" name="Marcador de texto 8">
            <a:extLst>
              <a:ext uri="{FF2B5EF4-FFF2-40B4-BE49-F238E27FC236}">
                <a16:creationId xmlns:a16="http://schemas.microsoft.com/office/drawing/2014/main" id="{48963BDC-5F8B-EFC3-65DB-61EF963A16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7" y="1394944"/>
            <a:ext cx="5538865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Marcador de texto 9">
            <a:extLst>
              <a:ext uri="{FF2B5EF4-FFF2-40B4-BE49-F238E27FC236}">
                <a16:creationId xmlns:a16="http://schemas.microsoft.com/office/drawing/2014/main" id="{1FD8A4F3-13F4-8DB9-C60A-B335BA2DC6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7656182" y="1524419"/>
            <a:ext cx="3146296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01. Haga clic</a:t>
            </a:r>
          </a:p>
        </p:txBody>
      </p:sp>
      <p:sp>
        <p:nvSpPr>
          <p:cNvPr id="19" name="Marcador de texto 11">
            <a:extLst>
              <a:ext uri="{FF2B5EF4-FFF2-40B4-BE49-F238E27FC236}">
                <a16:creationId xmlns:a16="http://schemas.microsoft.com/office/drawing/2014/main" id="{46433FD9-C02F-765C-E037-BA3E17939E8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56232" y="1820341"/>
            <a:ext cx="3146296" cy="300491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89F58E56-5E8E-D470-62B6-CF5803F952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55947" y="2540543"/>
            <a:ext cx="3146296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01. Haga clic</a:t>
            </a:r>
          </a:p>
        </p:txBody>
      </p:sp>
      <p:sp>
        <p:nvSpPr>
          <p:cNvPr id="11" name="Marcador de texto 11">
            <a:extLst>
              <a:ext uri="{FF2B5EF4-FFF2-40B4-BE49-F238E27FC236}">
                <a16:creationId xmlns:a16="http://schemas.microsoft.com/office/drawing/2014/main" id="{E1FF9E02-1F5E-0C72-B683-50C3D4E49C5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655997" y="2828474"/>
            <a:ext cx="3146296" cy="300491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BD114ED1-1B60-7D44-0A8F-60BD0151F5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55712" y="3556667"/>
            <a:ext cx="3146296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01. Haga clic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CF0B92BD-82C1-FDD0-AA25-08270A84C9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655762" y="3848593"/>
            <a:ext cx="3146296" cy="300491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Marcador de texto 9">
            <a:extLst>
              <a:ext uri="{FF2B5EF4-FFF2-40B4-BE49-F238E27FC236}">
                <a16:creationId xmlns:a16="http://schemas.microsoft.com/office/drawing/2014/main" id="{FF260FE2-4C22-8622-890F-727957602B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52466" y="4572790"/>
            <a:ext cx="3146296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01. Haga clic</a:t>
            </a:r>
          </a:p>
        </p:txBody>
      </p:sp>
      <p:sp>
        <p:nvSpPr>
          <p:cNvPr id="18" name="Marcador de texto 11">
            <a:extLst>
              <a:ext uri="{FF2B5EF4-FFF2-40B4-BE49-F238E27FC236}">
                <a16:creationId xmlns:a16="http://schemas.microsoft.com/office/drawing/2014/main" id="{E0625499-9F7E-4A9D-FDD6-BAEDCD65CB4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652516" y="4868712"/>
            <a:ext cx="3146296" cy="300491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7D52561-0157-BB5B-E59E-DF79DDD0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1CC6210-3CD5-703B-7C83-C994085E1B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04068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a del tiemp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48" name="Marcador de texto 8">
            <a:extLst>
              <a:ext uri="{FF2B5EF4-FFF2-40B4-BE49-F238E27FC236}">
                <a16:creationId xmlns:a16="http://schemas.microsoft.com/office/drawing/2014/main" id="{48963BDC-5F8B-EFC3-65DB-61EF963A16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25967" y="1394944"/>
            <a:ext cx="5538865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Marcador de texto 9">
            <a:extLst>
              <a:ext uri="{FF2B5EF4-FFF2-40B4-BE49-F238E27FC236}">
                <a16:creationId xmlns:a16="http://schemas.microsoft.com/office/drawing/2014/main" id="{1FD8A4F3-13F4-8DB9-C60A-B335BA2DC6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7656182" y="1524419"/>
            <a:ext cx="3146296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01. Haga clic</a:t>
            </a:r>
          </a:p>
        </p:txBody>
      </p:sp>
      <p:sp>
        <p:nvSpPr>
          <p:cNvPr id="19" name="Marcador de texto 11">
            <a:extLst>
              <a:ext uri="{FF2B5EF4-FFF2-40B4-BE49-F238E27FC236}">
                <a16:creationId xmlns:a16="http://schemas.microsoft.com/office/drawing/2014/main" id="{46433FD9-C02F-765C-E037-BA3E17939E8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56232" y="1820341"/>
            <a:ext cx="3146296" cy="300491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89F58E56-5E8E-D470-62B6-CF5803F952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55947" y="2348874"/>
            <a:ext cx="3146296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01. Haga clic</a:t>
            </a:r>
          </a:p>
        </p:txBody>
      </p:sp>
      <p:sp>
        <p:nvSpPr>
          <p:cNvPr id="11" name="Marcador de texto 11">
            <a:extLst>
              <a:ext uri="{FF2B5EF4-FFF2-40B4-BE49-F238E27FC236}">
                <a16:creationId xmlns:a16="http://schemas.microsoft.com/office/drawing/2014/main" id="{E1FF9E02-1F5E-0C72-B683-50C3D4E49C5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655997" y="2644796"/>
            <a:ext cx="3146296" cy="300491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BD114ED1-1B60-7D44-0A8F-60BD0151F5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55712" y="3173329"/>
            <a:ext cx="3146296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01. Haga clic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CF0B92BD-82C1-FDD0-AA25-08270A84C9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655762" y="3469251"/>
            <a:ext cx="3146296" cy="300491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Marcador de texto 9">
            <a:extLst>
              <a:ext uri="{FF2B5EF4-FFF2-40B4-BE49-F238E27FC236}">
                <a16:creationId xmlns:a16="http://schemas.microsoft.com/office/drawing/2014/main" id="{FF260FE2-4C22-8622-890F-727957602B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52466" y="3997783"/>
            <a:ext cx="3146296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01. Haga clic</a:t>
            </a:r>
          </a:p>
        </p:txBody>
      </p:sp>
      <p:sp>
        <p:nvSpPr>
          <p:cNvPr id="18" name="Marcador de texto 11">
            <a:extLst>
              <a:ext uri="{FF2B5EF4-FFF2-40B4-BE49-F238E27FC236}">
                <a16:creationId xmlns:a16="http://schemas.microsoft.com/office/drawing/2014/main" id="{E0625499-9F7E-4A9D-FDD6-BAEDCD65CB4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652516" y="4293705"/>
            <a:ext cx="3146296" cy="300491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Marcador de texto 9">
            <a:extLst>
              <a:ext uri="{FF2B5EF4-FFF2-40B4-BE49-F238E27FC236}">
                <a16:creationId xmlns:a16="http://schemas.microsoft.com/office/drawing/2014/main" id="{5AB2261C-729F-9CF1-A751-92A4FD2B945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52231" y="4822237"/>
            <a:ext cx="3146296" cy="285656"/>
          </a:xfrm>
        </p:spPr>
        <p:txBody>
          <a:bodyPr wrap="square" anchor="t" anchorCtr="0">
            <a:noAutofit/>
          </a:bodyPr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 dirty="0"/>
              <a:t>01. Haga clic</a:t>
            </a:r>
          </a:p>
        </p:txBody>
      </p:sp>
      <p:sp>
        <p:nvSpPr>
          <p:cNvPr id="22" name="Marcador de texto 11">
            <a:extLst>
              <a:ext uri="{FF2B5EF4-FFF2-40B4-BE49-F238E27FC236}">
                <a16:creationId xmlns:a16="http://schemas.microsoft.com/office/drawing/2014/main" id="{0369AA29-E680-011E-6A38-930A9C413D7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52281" y="5118159"/>
            <a:ext cx="3146296" cy="300491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52C8CEB-BE1A-4A5F-7491-F77D01A8D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6238446-5D96-B27B-F982-37B44822BF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0100588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ción cliente con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1C9C666-842D-6B7E-882F-9A5ABD079A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15938" y="1389063"/>
            <a:ext cx="10980692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Marcador de posición de imagen 5">
            <a:extLst>
              <a:ext uri="{FF2B5EF4-FFF2-40B4-BE49-F238E27FC236}">
                <a16:creationId xmlns:a16="http://schemas.microsoft.com/office/drawing/2014/main" id="{7DC04E5E-502F-F570-BB58-800709B94A0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1374" y="2123799"/>
            <a:ext cx="1794192" cy="1335382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A35BC59F-CE07-7E6E-D4F4-A09D0DFCAE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2555587" y="2123799"/>
            <a:ext cx="8941043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1AC4E4DD-6902-16FC-0EED-9BEF4C5ED45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435573" y="2123799"/>
            <a:ext cx="0" cy="3840448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F1D63897-50D0-5DC3-0E50-7749DDDDC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5F28714A-1797-3F16-9F52-8AF3572D9A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412076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ción cliente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1C9C666-842D-6B7E-882F-9A5ABD079A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15938" y="1389063"/>
            <a:ext cx="10980692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texto 9">
            <a:extLst>
              <a:ext uri="{FF2B5EF4-FFF2-40B4-BE49-F238E27FC236}">
                <a16:creationId xmlns:a16="http://schemas.microsoft.com/office/drawing/2014/main" id="{25178EBE-DDD7-21EE-B666-9DB9666E40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513720" y="1988832"/>
            <a:ext cx="11160124" cy="285656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BBCBE8BA-69D4-1FD3-AFB4-780481F6B2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513719" y="2288867"/>
            <a:ext cx="11160125" cy="3480110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EFC190D-0A9C-F4AF-93F8-446F5CFF9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E450CA6F-53E6-E95D-D76C-89740DE213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5371307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nes gráfic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1C9C666-842D-6B7E-882F-9A5ABD079A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15938" y="1389063"/>
            <a:ext cx="10980692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Marcador de posición de imagen 5">
            <a:extLst>
              <a:ext uri="{FF2B5EF4-FFF2-40B4-BE49-F238E27FC236}">
                <a16:creationId xmlns:a16="http://schemas.microsoft.com/office/drawing/2014/main" id="{1E07F767-3660-F7D0-8945-AD00C0182D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2884" y="2161296"/>
            <a:ext cx="3452885" cy="3000048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0" name="Marcador de posición de imagen 5">
            <a:extLst>
              <a:ext uri="{FF2B5EF4-FFF2-40B4-BE49-F238E27FC236}">
                <a16:creationId xmlns:a16="http://schemas.microsoft.com/office/drawing/2014/main" id="{4A86BB71-559F-1744-0BD4-AA1D7338B6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98472" y="2161295"/>
            <a:ext cx="3452885" cy="3000048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1" name="Marcador de posición de imagen 5">
            <a:extLst>
              <a:ext uri="{FF2B5EF4-FFF2-40B4-BE49-F238E27FC236}">
                <a16:creationId xmlns:a16="http://schemas.microsoft.com/office/drawing/2014/main" id="{F3D8FCD4-3585-37F0-D7BA-3C4F59537A9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896210" y="2161295"/>
            <a:ext cx="3452885" cy="3000048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C179F2A0-34BD-50AC-C6D9-564234793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17B3F132-08BA-655B-D585-63284F636F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856994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 gráfico con 3 da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1C9C666-842D-6B7E-882F-9A5ABD079A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7" y="1389063"/>
            <a:ext cx="11160117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texto 9">
            <a:extLst>
              <a:ext uri="{FF2B5EF4-FFF2-40B4-BE49-F238E27FC236}">
                <a16:creationId xmlns:a16="http://schemas.microsoft.com/office/drawing/2014/main" id="{25178EBE-DDD7-21EE-B666-9DB9666E40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7060242" y="1918832"/>
            <a:ext cx="4003842" cy="285656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BBCBE8BA-69D4-1FD3-AFB4-780481F6B2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7060241" y="2218867"/>
            <a:ext cx="4420276" cy="914695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4B6DF376-ABFB-3699-5015-71287F0B2ED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936098" y="1918832"/>
            <a:ext cx="0" cy="3840448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846F2846-FD8D-E340-D33E-3AFD192339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7070890" y="3174231"/>
            <a:ext cx="4003842" cy="285656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Marcador de texto 11">
            <a:extLst>
              <a:ext uri="{FF2B5EF4-FFF2-40B4-BE49-F238E27FC236}">
                <a16:creationId xmlns:a16="http://schemas.microsoft.com/office/drawing/2014/main" id="{1332F012-2ACA-C8A7-7269-FF1BD7F91E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7070889" y="3474266"/>
            <a:ext cx="4420276" cy="914695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A6577630-F492-2DE7-3B1A-A1BB9AD96D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7082113" y="4442774"/>
            <a:ext cx="4003842" cy="285656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3220AA49-E640-26ED-1B2D-9CD5A56CD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/>
          </p:nvPr>
        </p:nvSpPr>
        <p:spPr>
          <a:xfrm>
            <a:off x="7082112" y="4742809"/>
            <a:ext cx="4420276" cy="914695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Marcador de título 1">
            <a:extLst>
              <a:ext uri="{FF2B5EF4-FFF2-40B4-BE49-F238E27FC236}">
                <a16:creationId xmlns:a16="http://schemas.microsoft.com/office/drawing/2014/main" id="{F11D3C59-5EC7-7D26-AFE4-F77BD019F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C4A4FC86-3B61-C834-0FEE-A66E307856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973030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 gráfico con 4 da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1C9C666-842D-6B7E-882F-9A5ABD079A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7" y="1389063"/>
            <a:ext cx="11160115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texto 9">
            <a:extLst>
              <a:ext uri="{FF2B5EF4-FFF2-40B4-BE49-F238E27FC236}">
                <a16:creationId xmlns:a16="http://schemas.microsoft.com/office/drawing/2014/main" id="{25178EBE-DDD7-21EE-B666-9DB9666E40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4357" y="1914235"/>
            <a:ext cx="4982210" cy="285656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BBCBE8BA-69D4-1FD3-AFB4-780481F6B2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4356" y="2214271"/>
            <a:ext cx="5500402" cy="601516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4B6DF376-ABFB-3699-5015-71287F0B2ED3}"/>
              </a:ext>
            </a:extLst>
          </p:cNvPr>
          <p:cNvCxnSpPr/>
          <p:nvPr userDrawn="1"/>
        </p:nvCxnSpPr>
        <p:spPr>
          <a:xfrm>
            <a:off x="5795965" y="1914235"/>
            <a:ext cx="0" cy="3840448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arcador de texto 9">
            <a:extLst>
              <a:ext uri="{FF2B5EF4-FFF2-40B4-BE49-F238E27FC236}">
                <a16:creationId xmlns:a16="http://schemas.microsoft.com/office/drawing/2014/main" id="{5B6EAA0F-8077-E079-49DE-58C71A2F4F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75998" y="2902285"/>
            <a:ext cx="4982210" cy="285656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Marcador de texto 11">
            <a:extLst>
              <a:ext uri="{FF2B5EF4-FFF2-40B4-BE49-F238E27FC236}">
                <a16:creationId xmlns:a16="http://schemas.microsoft.com/office/drawing/2014/main" id="{3D06131C-5E9B-E5F5-D2DF-E4E1B5FB2C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997" y="3202321"/>
            <a:ext cx="5500402" cy="601516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Marcador de texto 9">
            <a:extLst>
              <a:ext uri="{FF2B5EF4-FFF2-40B4-BE49-F238E27FC236}">
                <a16:creationId xmlns:a16="http://schemas.microsoft.com/office/drawing/2014/main" id="{7E7918B2-85EA-10C1-1F73-947D2FF4A1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75998" y="3890335"/>
            <a:ext cx="4982210" cy="285656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11">
            <a:extLst>
              <a:ext uri="{FF2B5EF4-FFF2-40B4-BE49-F238E27FC236}">
                <a16:creationId xmlns:a16="http://schemas.microsoft.com/office/drawing/2014/main" id="{24156204-7483-457E-A308-499EAD59FDC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997" y="4190371"/>
            <a:ext cx="5500402" cy="601516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Marcador de texto 9">
            <a:extLst>
              <a:ext uri="{FF2B5EF4-FFF2-40B4-BE49-F238E27FC236}">
                <a16:creationId xmlns:a16="http://schemas.microsoft.com/office/drawing/2014/main" id="{EEC64239-4443-D4CD-BE21-F8BD1BB13D8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68560" y="4883794"/>
            <a:ext cx="4982210" cy="285656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texto 11">
            <a:extLst>
              <a:ext uri="{FF2B5EF4-FFF2-40B4-BE49-F238E27FC236}">
                <a16:creationId xmlns:a16="http://schemas.microsoft.com/office/drawing/2014/main" id="{EC765565-A210-20A9-3710-AD45CA106B6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68559" y="5183830"/>
            <a:ext cx="5500402" cy="601516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234C67F1-A13C-738E-90EA-F6B67F020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4E9DE993-DD02-6784-8218-C0D9C615AA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869018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 gráfico con descrip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1C9C666-842D-6B7E-882F-9A5ABD079A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515938" y="1389063"/>
            <a:ext cx="10980692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BBCBE8BA-69D4-1FD3-AFB4-780481F6B2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16049" y="1928825"/>
            <a:ext cx="4980581" cy="3735023"/>
          </a:xfrm>
        </p:spPr>
        <p:txBody>
          <a:bodyPr wrap="square" anchor="t" anchorCtr="0">
            <a:no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1791A8A-9CE1-4BE3-6D6A-44FABEB6A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788988"/>
            <a:ext cx="10980692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BF9A6B60-6795-DEE1-6D83-35F67E71D2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0980691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8549987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biern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>
          <a:xfrm>
            <a:off x="11676651" y="6442610"/>
            <a:ext cx="420049" cy="2523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8" name="Marcador de SmartArt 7">
            <a:extLst>
              <a:ext uri="{FF2B5EF4-FFF2-40B4-BE49-F238E27FC236}">
                <a16:creationId xmlns:a16="http://schemas.microsoft.com/office/drawing/2014/main" id="{C7AE535F-76AC-CDBC-ACD8-445BF8B24D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gm" sz="quarter" idx="15"/>
          </p:nvPr>
        </p:nvSpPr>
        <p:spPr>
          <a:xfrm>
            <a:off x="515937" y="1794598"/>
            <a:ext cx="10980692" cy="40346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s-ES"/>
              <a:t>Haga clic en el icono para agregar un elemento gráfico SmartArt</a:t>
            </a:r>
          </a:p>
        </p:txBody>
      </p:sp>
      <p:sp>
        <p:nvSpPr>
          <p:cNvPr id="11" name="Marcador de texto 8">
            <a:extLst>
              <a:ext uri="{FF2B5EF4-FFF2-40B4-BE49-F238E27FC236}">
                <a16:creationId xmlns:a16="http://schemas.microsoft.com/office/drawing/2014/main" id="{C43E0C93-4791-A9D9-8DAB-216E2C884F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8" y="1389063"/>
            <a:ext cx="10980692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ítulo 1">
            <a:extLst>
              <a:ext uri="{FF2B5EF4-FFF2-40B4-BE49-F238E27FC236}">
                <a16:creationId xmlns:a16="http://schemas.microsoft.com/office/drawing/2014/main" id="{D3CA085E-A9D2-AC51-FDA0-F1D38DB46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788988"/>
            <a:ext cx="10980692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7AFC263C-1FA5-BE11-5B8E-85FD94E063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0980691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58040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tivos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DCA05A2D-A14F-399E-6233-2A613F5A48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5966" y="1394944"/>
            <a:ext cx="11150095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049EB93E-64D5-8773-F61B-8E56151A36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17625" y="2573421"/>
            <a:ext cx="9745432" cy="285591"/>
          </a:xfrm>
        </p:spPr>
        <p:txBody>
          <a:bodyPr anchor="ctr" anchorCtr="0">
            <a:noAutofit/>
          </a:bodyPr>
          <a:lstStyle>
            <a:lvl1pPr marL="171450" indent="-171450">
              <a:spcAft>
                <a:spcPts val="250"/>
              </a:spcAft>
              <a:buFont typeface="Arial" panose="020B0604020202020204" pitchFamily="34" charset="0"/>
              <a:buChar char="•"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Marcador de texto 12">
            <a:extLst>
              <a:ext uri="{FF2B5EF4-FFF2-40B4-BE49-F238E27FC236}">
                <a16:creationId xmlns:a16="http://schemas.microsoft.com/office/drawing/2014/main" id="{B31978FA-9CCB-6681-E119-0A2C927DB6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517624" y="3432757"/>
            <a:ext cx="9808125" cy="285591"/>
          </a:xfrm>
        </p:spPr>
        <p:txBody>
          <a:bodyPr wrap="square" anchor="ctr" anchorCtr="0">
            <a:noAutofit/>
          </a:bodyPr>
          <a:lstStyle>
            <a:lvl1pPr marL="171450" indent="-171450">
              <a:spcAft>
                <a:spcPts val="250"/>
              </a:spcAft>
              <a:buFont typeface="Arial" panose="020B0604020202020204" pitchFamily="34" charset="0"/>
              <a:buChar char="•"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Marcador de texto 12">
            <a:extLst>
              <a:ext uri="{FF2B5EF4-FFF2-40B4-BE49-F238E27FC236}">
                <a16:creationId xmlns:a16="http://schemas.microsoft.com/office/drawing/2014/main" id="{505AB231-44C6-E111-4009-E6536415D45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517626" y="4292092"/>
            <a:ext cx="9808124" cy="285591"/>
          </a:xfrm>
        </p:spPr>
        <p:txBody>
          <a:bodyPr wrap="square" anchor="ctr" anchorCtr="0">
            <a:noAutofit/>
          </a:bodyPr>
          <a:lstStyle>
            <a:lvl1pPr>
              <a:spcAft>
                <a:spcPts val="250"/>
              </a:spcAft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5D1F0CA7-54A7-F0FB-E63E-7D14DA8BFF6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384" y="2329637"/>
            <a:ext cx="914400" cy="773160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60990BE0-5F5C-E7D7-5437-2B6B75394EF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36268" y="5151427"/>
            <a:ext cx="9789481" cy="285591"/>
          </a:xfrm>
        </p:spPr>
        <p:txBody>
          <a:bodyPr wrap="square" anchor="ctr" anchorCtr="0">
            <a:noAutofit/>
          </a:bodyPr>
          <a:lstStyle>
            <a:lvl1pPr>
              <a:spcAft>
                <a:spcPts val="250"/>
              </a:spcAft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exto 10">
            <a:extLst>
              <a:ext uri="{FF2B5EF4-FFF2-40B4-BE49-F238E27FC236}">
                <a16:creationId xmlns:a16="http://schemas.microsoft.com/office/drawing/2014/main" id="{3FAB3EB5-1C7B-D047-4833-C7344C01EA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1384" y="3188972"/>
            <a:ext cx="914400" cy="773160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9448DBE1-F639-555E-6265-70139BA7CC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1413" y="4048307"/>
            <a:ext cx="914400" cy="773160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0C88B4A6-6355-5537-6678-AA56AA9C6D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1413" y="4907642"/>
            <a:ext cx="914400" cy="773160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50213D1C-C216-9F35-9116-2626DF248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05AADDF1-3A94-96AE-733C-0CE28F642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1348027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tivos 1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BE15487C-FD04-BA41-790D-632A0C2043BF}"/>
              </a:ext>
            </a:extLst>
          </p:cNvPr>
          <p:cNvSpPr/>
          <p:nvPr userDrawn="1"/>
        </p:nvSpPr>
        <p:spPr>
          <a:xfrm>
            <a:off x="0" y="5708649"/>
            <a:ext cx="12192000" cy="11493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DCA05A2D-A14F-399E-6233-2A613F5A48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5967" y="1394944"/>
            <a:ext cx="11160124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049EB93E-64D5-8773-F61B-8E56151A36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17625" y="2827616"/>
            <a:ext cx="3792029" cy="285591"/>
          </a:xfrm>
        </p:spPr>
        <p:txBody>
          <a:bodyPr anchor="t" anchorCtr="0">
            <a:noAutofit/>
          </a:bodyPr>
          <a:lstStyle>
            <a:lvl1pPr marL="171450" indent="-171450">
              <a:spcAft>
                <a:spcPts val="250"/>
              </a:spcAft>
              <a:buFont typeface="Arial" panose="020B0604020202020204" pitchFamily="34" charset="0"/>
              <a:buChar char="•"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Marcador de texto 12">
            <a:extLst>
              <a:ext uri="{FF2B5EF4-FFF2-40B4-BE49-F238E27FC236}">
                <a16:creationId xmlns:a16="http://schemas.microsoft.com/office/drawing/2014/main" id="{B31978FA-9CCB-6681-E119-0A2C927DB6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44072" y="2827616"/>
            <a:ext cx="3816423" cy="285591"/>
          </a:xfrm>
        </p:spPr>
        <p:txBody>
          <a:bodyPr wrap="square" anchor="t" anchorCtr="0">
            <a:noAutofit/>
          </a:bodyPr>
          <a:lstStyle>
            <a:lvl1pPr marL="171450" indent="-171450">
              <a:spcAft>
                <a:spcPts val="250"/>
              </a:spcAft>
              <a:buFont typeface="Arial" panose="020B0604020202020204" pitchFamily="34" charset="0"/>
              <a:buChar char="•"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5D1F0CA7-54A7-F0FB-E63E-7D14DA8BFF6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384" y="2583832"/>
            <a:ext cx="914400" cy="773160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5" name="Marcador de texto 10">
            <a:extLst>
              <a:ext uri="{FF2B5EF4-FFF2-40B4-BE49-F238E27FC236}">
                <a16:creationId xmlns:a16="http://schemas.microsoft.com/office/drawing/2014/main" id="{3FAB3EB5-1C7B-D047-4833-C7344C01EA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77831" y="2583831"/>
            <a:ext cx="914400" cy="773160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1" name="Marcador de texto 12">
            <a:extLst>
              <a:ext uri="{FF2B5EF4-FFF2-40B4-BE49-F238E27FC236}">
                <a16:creationId xmlns:a16="http://schemas.microsoft.com/office/drawing/2014/main" id="{BE78AE06-BCA6-3BB6-5B22-CC33FE010A9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17625" y="4150561"/>
            <a:ext cx="3792029" cy="285591"/>
          </a:xfrm>
        </p:spPr>
        <p:txBody>
          <a:bodyPr anchor="t" anchorCtr="0">
            <a:noAutofit/>
          </a:bodyPr>
          <a:lstStyle>
            <a:lvl1pPr marL="171450" indent="-171450">
              <a:spcAft>
                <a:spcPts val="250"/>
              </a:spcAft>
              <a:buFont typeface="Arial" panose="020B0604020202020204" pitchFamily="34" charset="0"/>
              <a:buChar char="•"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Marcador de texto 12">
            <a:extLst>
              <a:ext uri="{FF2B5EF4-FFF2-40B4-BE49-F238E27FC236}">
                <a16:creationId xmlns:a16="http://schemas.microsoft.com/office/drawing/2014/main" id="{198A6A9B-8DA7-03AB-0B6D-D3BAD1572BB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44072" y="4150561"/>
            <a:ext cx="3816423" cy="285591"/>
          </a:xfrm>
        </p:spPr>
        <p:txBody>
          <a:bodyPr wrap="square" anchor="t" anchorCtr="0">
            <a:noAutofit/>
          </a:bodyPr>
          <a:lstStyle>
            <a:lvl1pPr marL="171450" indent="-171450">
              <a:spcAft>
                <a:spcPts val="250"/>
              </a:spcAft>
              <a:buFont typeface="Arial" panose="020B0604020202020204" pitchFamily="34" charset="0"/>
              <a:buChar char="•"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1FBC1752-A1D9-A409-5FFA-87F7DD71490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1384" y="3906777"/>
            <a:ext cx="914400" cy="773160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6" name="Marcador de texto 10">
            <a:extLst>
              <a:ext uri="{FF2B5EF4-FFF2-40B4-BE49-F238E27FC236}">
                <a16:creationId xmlns:a16="http://schemas.microsoft.com/office/drawing/2014/main" id="{DEEB44BA-F3F7-1542-2684-0EA5F88EA8B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77831" y="3906776"/>
            <a:ext cx="914400" cy="773160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6" name="Marcador de título 1">
            <a:extLst>
              <a:ext uri="{FF2B5EF4-FFF2-40B4-BE49-F238E27FC236}">
                <a16:creationId xmlns:a16="http://schemas.microsoft.com/office/drawing/2014/main" id="{75A5D9F6-034A-8F49-D17C-BA5EE7D87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7FB9EB91-8EF1-0676-21FC-45947902F4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192851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tivos 1 horizontal Bi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BE15487C-FD04-BA41-790D-632A0C2043BF}"/>
              </a:ext>
            </a:extLst>
          </p:cNvPr>
          <p:cNvSpPr/>
          <p:nvPr userDrawn="1"/>
        </p:nvSpPr>
        <p:spPr>
          <a:xfrm>
            <a:off x="0" y="5708649"/>
            <a:ext cx="12192000" cy="11493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049EB93E-64D5-8773-F61B-8E56151A36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1824" y="3503449"/>
            <a:ext cx="3111506" cy="285591"/>
          </a:xfrm>
        </p:spPr>
        <p:txBody>
          <a:bodyPr anchor="t" anchorCtr="0">
            <a:noAutofit/>
          </a:bodyPr>
          <a:lstStyle>
            <a:lvl1pPr marL="171450" indent="-171450">
              <a:spcAft>
                <a:spcPts val="250"/>
              </a:spcAft>
              <a:buFont typeface="Arial" panose="020B0604020202020204" pitchFamily="34" charset="0"/>
              <a:buChar char="•"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5D1F0CA7-54A7-F0FB-E63E-7D14DA8BFF6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1487" y="2715317"/>
            <a:ext cx="914400" cy="773160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6" name="Marcador de texto 12">
            <a:extLst>
              <a:ext uri="{FF2B5EF4-FFF2-40B4-BE49-F238E27FC236}">
                <a16:creationId xmlns:a16="http://schemas.microsoft.com/office/drawing/2014/main" id="{61DE6051-1D97-FCEE-BA80-DB285C7431E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36074" y="3500297"/>
            <a:ext cx="3111506" cy="285591"/>
          </a:xfrm>
        </p:spPr>
        <p:txBody>
          <a:bodyPr anchor="t" anchorCtr="0">
            <a:noAutofit/>
          </a:bodyPr>
          <a:lstStyle>
            <a:lvl1pPr marL="171450" indent="-171450">
              <a:spcAft>
                <a:spcPts val="250"/>
              </a:spcAft>
              <a:buFont typeface="Arial" panose="020B0604020202020204" pitchFamily="34" charset="0"/>
              <a:buChar char="•"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38466E65-E3CF-F345-565F-ACCF9EBA3DD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30905" y="2704248"/>
            <a:ext cx="914400" cy="773160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7" name="Marcador de texto 12">
            <a:extLst>
              <a:ext uri="{FF2B5EF4-FFF2-40B4-BE49-F238E27FC236}">
                <a16:creationId xmlns:a16="http://schemas.microsoft.com/office/drawing/2014/main" id="{F8283B42-64A0-8053-3D54-AE0CDB42235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00324" y="3500297"/>
            <a:ext cx="3111506" cy="285591"/>
          </a:xfrm>
        </p:spPr>
        <p:txBody>
          <a:bodyPr anchor="t" anchorCtr="0">
            <a:noAutofit/>
          </a:bodyPr>
          <a:lstStyle>
            <a:lvl1pPr marL="171450" indent="-171450">
              <a:spcAft>
                <a:spcPts val="250"/>
              </a:spcAft>
              <a:buFont typeface="Arial" panose="020B0604020202020204" pitchFamily="34" charset="0"/>
              <a:buChar char="•"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texto 10">
            <a:extLst>
              <a:ext uri="{FF2B5EF4-FFF2-40B4-BE49-F238E27FC236}">
                <a16:creationId xmlns:a16="http://schemas.microsoft.com/office/drawing/2014/main" id="{7FD809BB-A881-37B0-D066-F77DA2FE5C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00324" y="2704248"/>
            <a:ext cx="914400" cy="773160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5" name="Marcador de texto 8">
            <a:extLst>
              <a:ext uri="{FF2B5EF4-FFF2-40B4-BE49-F238E27FC236}">
                <a16:creationId xmlns:a16="http://schemas.microsoft.com/office/drawing/2014/main" id="{0E78914C-4919-A2D1-F76C-970D3BD6E7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5967" y="1394944"/>
            <a:ext cx="11160124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6C0CFB68-37B1-242A-71E4-70245586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63F893DC-556D-2957-C4A1-783B11037B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3755844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ejtivos 2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imagen 5">
            <a:extLst>
              <a:ext uri="{FF2B5EF4-FFF2-40B4-BE49-F238E27FC236}">
                <a16:creationId xmlns:a16="http://schemas.microsoft.com/office/drawing/2014/main" id="{A39CA0B0-F0BF-DBA9-3BD4-E7CC6C5B877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35938" y="0"/>
            <a:ext cx="4056062" cy="6858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049EB93E-64D5-8773-F61B-8E56151A36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1484829" y="2130143"/>
            <a:ext cx="1859803" cy="702885"/>
          </a:xfr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5D1F0CA7-54A7-F0FB-E63E-7D14DA8BFF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550516" y="2048839"/>
            <a:ext cx="877163" cy="773160"/>
          </a:xfrm>
        </p:spPr>
        <p:txBody>
          <a:bodyPr wrap="square" lIns="36000" tIns="0" rIns="36000" bIns="0" anchor="t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34" name="Marcador de texto 12">
            <a:extLst>
              <a:ext uri="{FF2B5EF4-FFF2-40B4-BE49-F238E27FC236}">
                <a16:creationId xmlns:a16="http://schemas.microsoft.com/office/drawing/2014/main" id="{57FF284F-D2CE-9019-B121-5522D0EF61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/>
          </p:nvPr>
        </p:nvSpPr>
        <p:spPr>
          <a:xfrm>
            <a:off x="1483657" y="3110257"/>
            <a:ext cx="1859803" cy="702885"/>
          </a:xfr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5" name="Marcador de texto 10">
            <a:extLst>
              <a:ext uri="{FF2B5EF4-FFF2-40B4-BE49-F238E27FC236}">
                <a16:creationId xmlns:a16="http://schemas.microsoft.com/office/drawing/2014/main" id="{3ACB27E9-777C-7013-7904-C8C0E7B03E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 hasCustomPrompt="1"/>
          </p:nvPr>
        </p:nvSpPr>
        <p:spPr>
          <a:xfrm>
            <a:off x="549344" y="3028953"/>
            <a:ext cx="877163" cy="773160"/>
          </a:xfrm>
        </p:spPr>
        <p:txBody>
          <a:bodyPr wrap="square" lIns="36000" tIns="0" rIns="36000" bIns="0" anchor="t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36" name="Marcador de texto 12">
            <a:extLst>
              <a:ext uri="{FF2B5EF4-FFF2-40B4-BE49-F238E27FC236}">
                <a16:creationId xmlns:a16="http://schemas.microsoft.com/office/drawing/2014/main" id="{6BF7C2F3-3E01-2BDB-149A-2FAED8D565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/>
          </p:nvPr>
        </p:nvSpPr>
        <p:spPr>
          <a:xfrm>
            <a:off x="1483657" y="4090371"/>
            <a:ext cx="1859803" cy="702885"/>
          </a:xfr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7" name="Marcador de texto 10">
            <a:extLst>
              <a:ext uri="{FF2B5EF4-FFF2-40B4-BE49-F238E27FC236}">
                <a16:creationId xmlns:a16="http://schemas.microsoft.com/office/drawing/2014/main" id="{E947D20A-63F0-CECD-C63A-6565676BC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 hasCustomPrompt="1"/>
          </p:nvPr>
        </p:nvSpPr>
        <p:spPr>
          <a:xfrm>
            <a:off x="549344" y="4009067"/>
            <a:ext cx="877163" cy="773160"/>
          </a:xfrm>
        </p:spPr>
        <p:txBody>
          <a:bodyPr wrap="square" lIns="36000" tIns="0" rIns="36000" bIns="0" anchor="t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38" name="Marcador de texto 12">
            <a:extLst>
              <a:ext uri="{FF2B5EF4-FFF2-40B4-BE49-F238E27FC236}">
                <a16:creationId xmlns:a16="http://schemas.microsoft.com/office/drawing/2014/main" id="{38BD89BF-2F02-5E0F-CFAF-A665DCF933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/>
          </p:nvPr>
        </p:nvSpPr>
        <p:spPr>
          <a:xfrm>
            <a:off x="1483657" y="5070486"/>
            <a:ext cx="1859803" cy="702885"/>
          </a:xfr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9" name="Marcador de texto 10">
            <a:extLst>
              <a:ext uri="{FF2B5EF4-FFF2-40B4-BE49-F238E27FC236}">
                <a16:creationId xmlns:a16="http://schemas.microsoft.com/office/drawing/2014/main" id="{040CDF65-F54E-404D-1C8C-DE632088B2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 hasCustomPrompt="1"/>
          </p:nvPr>
        </p:nvSpPr>
        <p:spPr>
          <a:xfrm>
            <a:off x="549344" y="4989182"/>
            <a:ext cx="877163" cy="773160"/>
          </a:xfrm>
        </p:spPr>
        <p:txBody>
          <a:bodyPr wrap="square" lIns="36000" tIns="0" rIns="36000" bIns="0" anchor="t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49" name="Marcador de texto 12">
            <a:extLst>
              <a:ext uri="{FF2B5EF4-FFF2-40B4-BE49-F238E27FC236}">
                <a16:creationId xmlns:a16="http://schemas.microsoft.com/office/drawing/2014/main" id="{2C8F134E-4779-92BC-8BA6-B71E63BA4D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/>
          </p:nvPr>
        </p:nvSpPr>
        <p:spPr>
          <a:xfrm>
            <a:off x="5016288" y="2130143"/>
            <a:ext cx="1859803" cy="702885"/>
          </a:xfr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0" name="Marcador de texto 10">
            <a:extLst>
              <a:ext uri="{FF2B5EF4-FFF2-40B4-BE49-F238E27FC236}">
                <a16:creationId xmlns:a16="http://schemas.microsoft.com/office/drawing/2014/main" id="{4F3C78D8-0853-D94A-CE5A-A3CC0816EE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 hasCustomPrompt="1"/>
          </p:nvPr>
        </p:nvSpPr>
        <p:spPr>
          <a:xfrm>
            <a:off x="4081975" y="2048839"/>
            <a:ext cx="877163" cy="773160"/>
          </a:xfrm>
        </p:spPr>
        <p:txBody>
          <a:bodyPr wrap="square" lIns="36000" tIns="0" rIns="36000" bIns="0" anchor="t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51" name="Marcador de texto 12">
            <a:extLst>
              <a:ext uri="{FF2B5EF4-FFF2-40B4-BE49-F238E27FC236}">
                <a16:creationId xmlns:a16="http://schemas.microsoft.com/office/drawing/2014/main" id="{E72CCD54-42ED-4650-4A95-4107624DDD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5015116" y="3110257"/>
            <a:ext cx="1859803" cy="702885"/>
          </a:xfr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2" name="Marcador de texto 10">
            <a:extLst>
              <a:ext uri="{FF2B5EF4-FFF2-40B4-BE49-F238E27FC236}">
                <a16:creationId xmlns:a16="http://schemas.microsoft.com/office/drawing/2014/main" id="{D46BC78F-BA52-881E-DD95-B955DAB465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 hasCustomPrompt="1"/>
          </p:nvPr>
        </p:nvSpPr>
        <p:spPr>
          <a:xfrm>
            <a:off x="4080803" y="3028953"/>
            <a:ext cx="877163" cy="773160"/>
          </a:xfrm>
        </p:spPr>
        <p:txBody>
          <a:bodyPr wrap="square" lIns="36000" tIns="0" rIns="36000" bIns="0" anchor="t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53" name="Marcador de texto 12">
            <a:extLst>
              <a:ext uri="{FF2B5EF4-FFF2-40B4-BE49-F238E27FC236}">
                <a16:creationId xmlns:a16="http://schemas.microsoft.com/office/drawing/2014/main" id="{7C1BB96A-6C9C-64C2-305C-C2E0C3EBB1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5015116" y="4090371"/>
            <a:ext cx="1859803" cy="702885"/>
          </a:xfr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4" name="Marcador de texto 10">
            <a:extLst>
              <a:ext uri="{FF2B5EF4-FFF2-40B4-BE49-F238E27FC236}">
                <a16:creationId xmlns:a16="http://schemas.microsoft.com/office/drawing/2014/main" id="{31BF9C50-C5AD-CA00-A72B-20234E2307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 hasCustomPrompt="1"/>
          </p:nvPr>
        </p:nvSpPr>
        <p:spPr>
          <a:xfrm>
            <a:off x="4080803" y="4009067"/>
            <a:ext cx="877163" cy="773160"/>
          </a:xfrm>
        </p:spPr>
        <p:txBody>
          <a:bodyPr wrap="square" lIns="36000" tIns="0" rIns="36000" bIns="0" anchor="t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55" name="Marcador de texto 12">
            <a:extLst>
              <a:ext uri="{FF2B5EF4-FFF2-40B4-BE49-F238E27FC236}">
                <a16:creationId xmlns:a16="http://schemas.microsoft.com/office/drawing/2014/main" id="{34D47915-738A-5F7F-3FB1-193787855A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/>
          </p:nvPr>
        </p:nvSpPr>
        <p:spPr>
          <a:xfrm>
            <a:off x="5015116" y="5070486"/>
            <a:ext cx="1859803" cy="702885"/>
          </a:xfr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6" name="Marcador de texto 10">
            <a:extLst>
              <a:ext uri="{FF2B5EF4-FFF2-40B4-BE49-F238E27FC236}">
                <a16:creationId xmlns:a16="http://schemas.microsoft.com/office/drawing/2014/main" id="{570DF106-B668-BB30-E25A-FA41F515A0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 hasCustomPrompt="1"/>
          </p:nvPr>
        </p:nvSpPr>
        <p:spPr>
          <a:xfrm>
            <a:off x="4080803" y="4989182"/>
            <a:ext cx="877163" cy="773160"/>
          </a:xfrm>
        </p:spPr>
        <p:txBody>
          <a:bodyPr wrap="square" lIns="36000" tIns="0" rIns="36000" bIns="0" anchor="t">
            <a:spAutoFit/>
          </a:bodyPr>
          <a:lstStyle>
            <a:lvl1pPr marL="0" indent="0" algn="r">
              <a:buNone/>
              <a:defRPr sz="4800" b="1"/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8486803C-3DFC-CB6E-B8F5-67FB2116CA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5967" y="1394944"/>
            <a:ext cx="7206364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ítulo 1">
            <a:extLst>
              <a:ext uri="{FF2B5EF4-FFF2-40B4-BE49-F238E27FC236}">
                <a16:creationId xmlns:a16="http://schemas.microsoft.com/office/drawing/2014/main" id="{4EB59226-987E-2166-D068-D2C6950E8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7227806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C0A8DF40-B199-7806-A8DD-D4E797B38E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476459"/>
            <a:ext cx="7227805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839005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ejtivo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133C531F-76AC-085F-6989-3A27996509E3}"/>
              </a:ext>
            </a:extLst>
          </p:cNvPr>
          <p:cNvSpPr>
            <a:spLocks/>
          </p:cNvSpPr>
          <p:nvPr userDrawn="1"/>
        </p:nvSpPr>
        <p:spPr>
          <a:xfrm>
            <a:off x="1" y="4568824"/>
            <a:ext cx="12192000" cy="22891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049EB93E-64D5-8773-F61B-8E56151A36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1446947" y="2422931"/>
            <a:ext cx="2614946" cy="494238"/>
          </a:xfr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5D1F0CA7-54A7-F0FB-E63E-7D14DA8BFF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515938" y="2283470"/>
            <a:ext cx="914400" cy="773160"/>
          </a:xfrm>
        </p:spPr>
        <p:txBody>
          <a:bodyPr lIns="0" tIns="0" rIns="0" bIns="0" anchor="ctr">
            <a:spAutoFit/>
          </a:bodyPr>
          <a:lstStyle>
            <a:lvl1pPr marL="0" indent="0" algn="r">
              <a:buNone/>
              <a:defRPr sz="4800" b="1">
                <a:solidFill>
                  <a:schemeClr val="accent1"/>
                </a:solidFill>
              </a:defRPr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0" name="Marcador de texto 12">
            <a:extLst>
              <a:ext uri="{FF2B5EF4-FFF2-40B4-BE49-F238E27FC236}">
                <a16:creationId xmlns:a16="http://schemas.microsoft.com/office/drawing/2014/main" id="{5221D689-E278-0164-17EF-43F45105C9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/>
          </p:nvPr>
        </p:nvSpPr>
        <p:spPr>
          <a:xfrm>
            <a:off x="1446947" y="3441875"/>
            <a:ext cx="2614946" cy="494238"/>
          </a:xfr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Marcador de texto 10">
            <a:extLst>
              <a:ext uri="{FF2B5EF4-FFF2-40B4-BE49-F238E27FC236}">
                <a16:creationId xmlns:a16="http://schemas.microsoft.com/office/drawing/2014/main" id="{80ECF320-7594-3E7C-484A-71C74C7DD3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 hasCustomPrompt="1"/>
          </p:nvPr>
        </p:nvSpPr>
        <p:spPr>
          <a:xfrm>
            <a:off x="515938" y="3302414"/>
            <a:ext cx="914400" cy="773160"/>
          </a:xfrm>
        </p:spPr>
        <p:txBody>
          <a:bodyPr lIns="0" tIns="0" rIns="0" bIns="0" anchor="ctr">
            <a:spAutoFit/>
          </a:bodyPr>
          <a:lstStyle>
            <a:lvl1pPr marL="0" indent="0" algn="r">
              <a:buNone/>
              <a:defRPr sz="4800" b="1">
                <a:solidFill>
                  <a:schemeClr val="accent1"/>
                </a:solidFill>
              </a:defRPr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27" name="Marcador de texto 26">
            <a:extLst>
              <a:ext uri="{FF2B5EF4-FFF2-40B4-BE49-F238E27FC236}">
                <a16:creationId xmlns:a16="http://schemas.microsoft.com/office/drawing/2014/main" id="{B8F3CEF3-7BB1-A54F-FD52-68B26B72A8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566910" y="4846253"/>
            <a:ext cx="11109154" cy="1274067"/>
          </a:xfrm>
        </p:spPr>
        <p:txBody>
          <a:bodyPr>
            <a:spAutoFit/>
          </a:bodyPr>
          <a:lstStyle>
            <a:lvl1pPr marL="171450" indent="-171450">
              <a:spcAft>
                <a:spcPts val="25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spcAft>
                <a:spcPts val="250"/>
              </a:spcAft>
              <a:defRPr>
                <a:solidFill>
                  <a:schemeClr val="bg1"/>
                </a:solidFill>
              </a:defRPr>
            </a:lvl2pPr>
            <a:lvl3pPr>
              <a:spcAft>
                <a:spcPts val="250"/>
              </a:spcAft>
              <a:defRPr>
                <a:solidFill>
                  <a:schemeClr val="bg1"/>
                </a:solidFill>
              </a:defRPr>
            </a:lvl3pPr>
            <a:lvl4pPr>
              <a:spcAft>
                <a:spcPts val="250"/>
              </a:spcAft>
              <a:defRPr>
                <a:solidFill>
                  <a:schemeClr val="bg1"/>
                </a:solidFill>
              </a:defRPr>
            </a:lvl4pPr>
            <a:lvl5pPr>
              <a:spcAft>
                <a:spcPts val="25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20" name="Marcador de texto 12">
            <a:extLst>
              <a:ext uri="{FF2B5EF4-FFF2-40B4-BE49-F238E27FC236}">
                <a16:creationId xmlns:a16="http://schemas.microsoft.com/office/drawing/2014/main" id="{B5F3785B-9F73-F430-667E-4A8859C380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5281264" y="2422931"/>
            <a:ext cx="2614946" cy="494238"/>
          </a:xfr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4" name="Marcador de texto 10">
            <a:extLst>
              <a:ext uri="{FF2B5EF4-FFF2-40B4-BE49-F238E27FC236}">
                <a16:creationId xmlns:a16="http://schemas.microsoft.com/office/drawing/2014/main" id="{04B39EE2-66D7-106A-C529-2F4042604D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 hasCustomPrompt="1"/>
          </p:nvPr>
        </p:nvSpPr>
        <p:spPr>
          <a:xfrm>
            <a:off x="4350255" y="2283470"/>
            <a:ext cx="914400" cy="773160"/>
          </a:xfrm>
        </p:spPr>
        <p:txBody>
          <a:bodyPr lIns="0" tIns="0" rIns="0" bIns="0" anchor="ctr">
            <a:spAutoFit/>
          </a:bodyPr>
          <a:lstStyle>
            <a:lvl1pPr marL="0" indent="0" algn="r">
              <a:buNone/>
              <a:defRPr sz="4800" b="1">
                <a:solidFill>
                  <a:schemeClr val="accent1"/>
                </a:solidFill>
              </a:defRPr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26" name="Marcador de texto 12">
            <a:extLst>
              <a:ext uri="{FF2B5EF4-FFF2-40B4-BE49-F238E27FC236}">
                <a16:creationId xmlns:a16="http://schemas.microsoft.com/office/drawing/2014/main" id="{7622B0CE-9AB7-9C22-89A3-831A911086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5281264" y="3441875"/>
            <a:ext cx="2614946" cy="494238"/>
          </a:xfr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8" name="Marcador de texto 10">
            <a:extLst>
              <a:ext uri="{FF2B5EF4-FFF2-40B4-BE49-F238E27FC236}">
                <a16:creationId xmlns:a16="http://schemas.microsoft.com/office/drawing/2014/main" id="{EC23CAE4-3A40-485E-5140-A5B55A0574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 hasCustomPrompt="1"/>
          </p:nvPr>
        </p:nvSpPr>
        <p:spPr>
          <a:xfrm>
            <a:off x="4350255" y="3302414"/>
            <a:ext cx="914400" cy="773160"/>
          </a:xfrm>
        </p:spPr>
        <p:txBody>
          <a:bodyPr lIns="0" tIns="0" rIns="0" bIns="0" anchor="ctr">
            <a:spAutoFit/>
          </a:bodyPr>
          <a:lstStyle>
            <a:lvl1pPr marL="0" indent="0" algn="r">
              <a:buNone/>
              <a:defRPr sz="4800" b="1">
                <a:solidFill>
                  <a:schemeClr val="accent1"/>
                </a:solidFill>
              </a:defRPr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29" name="Marcador de texto 12">
            <a:extLst>
              <a:ext uri="{FF2B5EF4-FFF2-40B4-BE49-F238E27FC236}">
                <a16:creationId xmlns:a16="http://schemas.microsoft.com/office/drawing/2014/main" id="{3FFE24C0-0CCB-B1A7-FA1E-88476A305D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/>
          </p:nvPr>
        </p:nvSpPr>
        <p:spPr>
          <a:xfrm>
            <a:off x="9061705" y="2422931"/>
            <a:ext cx="2614946" cy="494238"/>
          </a:xfr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Marcador de texto 10">
            <a:extLst>
              <a:ext uri="{FF2B5EF4-FFF2-40B4-BE49-F238E27FC236}">
                <a16:creationId xmlns:a16="http://schemas.microsoft.com/office/drawing/2014/main" id="{0859651B-2737-8C8F-0C87-46CB71AABD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6" hasCustomPrompt="1"/>
          </p:nvPr>
        </p:nvSpPr>
        <p:spPr>
          <a:xfrm>
            <a:off x="8130696" y="2283470"/>
            <a:ext cx="914400" cy="773160"/>
          </a:xfrm>
        </p:spPr>
        <p:txBody>
          <a:bodyPr lIns="0" tIns="0" rIns="0" bIns="0" anchor="ctr">
            <a:spAutoFit/>
          </a:bodyPr>
          <a:lstStyle>
            <a:lvl1pPr marL="0" indent="0" algn="r">
              <a:buNone/>
              <a:defRPr sz="4800" b="1">
                <a:solidFill>
                  <a:schemeClr val="accent1"/>
                </a:solidFill>
              </a:defRPr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31" name="Marcador de texto 12">
            <a:extLst>
              <a:ext uri="{FF2B5EF4-FFF2-40B4-BE49-F238E27FC236}">
                <a16:creationId xmlns:a16="http://schemas.microsoft.com/office/drawing/2014/main" id="{AA90771A-DDA0-FA8C-3461-E63CAA4674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7"/>
          </p:nvPr>
        </p:nvSpPr>
        <p:spPr>
          <a:xfrm>
            <a:off x="9061705" y="3441875"/>
            <a:ext cx="2614946" cy="494238"/>
          </a:xfr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2" name="Marcador de texto 10">
            <a:extLst>
              <a:ext uri="{FF2B5EF4-FFF2-40B4-BE49-F238E27FC236}">
                <a16:creationId xmlns:a16="http://schemas.microsoft.com/office/drawing/2014/main" id="{7E5A62BF-393E-5513-1002-2835AFBDCC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8" hasCustomPrompt="1"/>
          </p:nvPr>
        </p:nvSpPr>
        <p:spPr>
          <a:xfrm>
            <a:off x="8130696" y="3302414"/>
            <a:ext cx="914400" cy="773160"/>
          </a:xfrm>
        </p:spPr>
        <p:txBody>
          <a:bodyPr lIns="0" tIns="0" rIns="0" bIns="0" anchor="ctr">
            <a:spAutoFit/>
          </a:bodyPr>
          <a:lstStyle>
            <a:lvl1pPr marL="0" indent="0" algn="r">
              <a:buNone/>
              <a:defRPr sz="4800" b="1">
                <a:solidFill>
                  <a:schemeClr val="accent1"/>
                </a:solidFill>
              </a:defRPr>
            </a:lvl1pPr>
            <a:lvl5pPr>
              <a:defRPr sz="4800" b="1"/>
            </a:lvl5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1C98BD29-0A5D-D6EC-5894-1C3B759C0A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5967" y="1394944"/>
            <a:ext cx="11160124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ítulo 1">
            <a:extLst>
              <a:ext uri="{FF2B5EF4-FFF2-40B4-BE49-F238E27FC236}">
                <a16:creationId xmlns:a16="http://schemas.microsoft.com/office/drawing/2014/main" id="{D0654D0A-7C70-CAB6-7CAB-35BCEAB59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AB109BC2-E69F-5020-A990-C95BA64FCE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8407372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ción Objetiv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9ED79CF8-3E90-50B2-D08F-A0BFFA5AC7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515349" y="1648098"/>
            <a:ext cx="1657505" cy="1852302"/>
          </a:xfrm>
        </p:spPr>
        <p:txBody>
          <a:bodyPr wrap="none" lIns="0" tIns="0" rIns="0" bIns="0" anchor="t" anchorCtr="0">
            <a:noAutofit/>
          </a:bodyPr>
          <a:lstStyle>
            <a:lvl1pPr marL="0" indent="0" algn="l">
              <a:buNone/>
              <a:defRPr sz="115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3C0E276B-A354-B66F-ADFE-8172AE4205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515349" y="3590571"/>
            <a:ext cx="1920564" cy="702949"/>
          </a:xfrm>
        </p:spPr>
        <p:txBody>
          <a:bodyPr>
            <a:noAutofit/>
          </a:bodyPr>
          <a:lstStyle>
            <a:lvl1pPr marL="0" indent="0" algn="l">
              <a:buNone/>
              <a:defRPr sz="1200" b="1"/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Marcador de texto 8">
            <a:extLst>
              <a:ext uri="{FF2B5EF4-FFF2-40B4-BE49-F238E27FC236}">
                <a16:creationId xmlns:a16="http://schemas.microsoft.com/office/drawing/2014/main" id="{758CF3B1-8222-D786-499C-976A7C5352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2799943" y="1903460"/>
            <a:ext cx="8761022" cy="285591"/>
          </a:xfrm>
        </p:spPr>
        <p:txBody>
          <a:bodyPr wrap="square">
            <a:noAutofit/>
          </a:bodyPr>
          <a:lstStyle>
            <a:lvl1pPr marL="0" indent="0">
              <a:spcAft>
                <a:spcPts val="250"/>
              </a:spcAft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título 1">
            <a:extLst>
              <a:ext uri="{FF2B5EF4-FFF2-40B4-BE49-F238E27FC236}">
                <a16:creationId xmlns:a16="http://schemas.microsoft.com/office/drawing/2014/main" id="{8A541E33-4BCC-E42E-F0F6-54EEE0F2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E3E863AA-2CC9-69A8-1502-7403425D7C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2489357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ción objetivo con ico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9ED79CF8-3E90-50B2-D08F-A0BFFA5AC7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515349" y="1601932"/>
            <a:ext cx="2039937" cy="1944635"/>
          </a:xfrm>
        </p:spPr>
        <p:txBody>
          <a:bodyPr wrap="square" lIns="0" anchor="ctr">
            <a:spAutoFit/>
          </a:bodyPr>
          <a:lstStyle>
            <a:lvl1pPr marL="0" indent="0" algn="l">
              <a:buNone/>
              <a:defRPr sz="115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3C0E276B-A354-B66F-ADFE-8172AE4205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515349" y="3590571"/>
            <a:ext cx="1920564" cy="702949"/>
          </a:xfrm>
        </p:spPr>
        <p:txBody>
          <a:bodyPr>
            <a:spAutoFit/>
          </a:bodyPr>
          <a:lstStyle>
            <a:lvl1pPr marL="0" indent="0" algn="l">
              <a:buNone/>
              <a:defRPr sz="1200" b="1"/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exto 9">
            <a:extLst>
              <a:ext uri="{FF2B5EF4-FFF2-40B4-BE49-F238E27FC236}">
                <a16:creationId xmlns:a16="http://schemas.microsoft.com/office/drawing/2014/main" id="{C8056D09-B37B-C1FC-ADF9-5905D6BC21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3095475" y="1921680"/>
            <a:ext cx="7113384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texto 11">
            <a:extLst>
              <a:ext uri="{FF2B5EF4-FFF2-40B4-BE49-F238E27FC236}">
                <a16:creationId xmlns:a16="http://schemas.microsoft.com/office/drawing/2014/main" id="{AF64292E-136A-D540-FA18-2056E1BD9E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2769169" y="2273413"/>
            <a:ext cx="8787882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Marcador de posición de imagen 10">
            <a:extLst>
              <a:ext uri="{FF2B5EF4-FFF2-40B4-BE49-F238E27FC236}">
                <a16:creationId xmlns:a16="http://schemas.microsoft.com/office/drawing/2014/main" id="{12D2650F-5413-3363-BC2A-C39364AF9E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3"/>
          </p:nvPr>
        </p:nvSpPr>
        <p:spPr>
          <a:xfrm>
            <a:off x="2852956" y="1926131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14" name="Marcador de texto 9">
            <a:extLst>
              <a:ext uri="{FF2B5EF4-FFF2-40B4-BE49-F238E27FC236}">
                <a16:creationId xmlns:a16="http://schemas.microsoft.com/office/drawing/2014/main" id="{383BFCC7-151E-3E21-25E7-09A4E0E95F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/>
          </p:nvPr>
        </p:nvSpPr>
        <p:spPr>
          <a:xfrm>
            <a:off x="3089901" y="2855230"/>
            <a:ext cx="7113384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Marcador de texto 11">
            <a:extLst>
              <a:ext uri="{FF2B5EF4-FFF2-40B4-BE49-F238E27FC236}">
                <a16:creationId xmlns:a16="http://schemas.microsoft.com/office/drawing/2014/main" id="{DB60D603-7672-D717-E8EB-67F0008E69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/>
          </p:nvPr>
        </p:nvSpPr>
        <p:spPr>
          <a:xfrm>
            <a:off x="2790586" y="3219780"/>
            <a:ext cx="8787882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Marcador de posición de imagen 10">
            <a:extLst>
              <a:ext uri="{FF2B5EF4-FFF2-40B4-BE49-F238E27FC236}">
                <a16:creationId xmlns:a16="http://schemas.microsoft.com/office/drawing/2014/main" id="{11073434-1CEE-9C76-8961-CE28541007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6"/>
          </p:nvPr>
        </p:nvSpPr>
        <p:spPr>
          <a:xfrm>
            <a:off x="2855763" y="2858827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17" name="Marcador de texto 9">
            <a:extLst>
              <a:ext uri="{FF2B5EF4-FFF2-40B4-BE49-F238E27FC236}">
                <a16:creationId xmlns:a16="http://schemas.microsoft.com/office/drawing/2014/main" id="{865523E5-6525-6119-0815-2FA3AFC95C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3089901" y="3798565"/>
            <a:ext cx="7113384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11">
            <a:extLst>
              <a:ext uri="{FF2B5EF4-FFF2-40B4-BE49-F238E27FC236}">
                <a16:creationId xmlns:a16="http://schemas.microsoft.com/office/drawing/2014/main" id="{8BFE7D17-3806-62B3-2C25-5DD44A96E1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/>
          </p:nvPr>
        </p:nvSpPr>
        <p:spPr>
          <a:xfrm>
            <a:off x="2762467" y="4156075"/>
            <a:ext cx="8787882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Marcador de texto 9">
            <a:extLst>
              <a:ext uri="{FF2B5EF4-FFF2-40B4-BE49-F238E27FC236}">
                <a16:creationId xmlns:a16="http://schemas.microsoft.com/office/drawing/2014/main" id="{F465FB6B-99C4-D4E9-578B-DCACF855FC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3091526" y="4734782"/>
            <a:ext cx="7113384" cy="292851"/>
          </a:xfrm>
        </p:spPr>
        <p:txBody>
          <a:bodyPr wrap="square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texto 11">
            <a:extLst>
              <a:ext uri="{FF2B5EF4-FFF2-40B4-BE49-F238E27FC236}">
                <a16:creationId xmlns:a16="http://schemas.microsoft.com/office/drawing/2014/main" id="{BA470C1B-77E8-99A7-3DDE-7D1DBC362D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2762467" y="5093742"/>
            <a:ext cx="8787882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Marcador de posición de imagen 10">
            <a:extLst>
              <a:ext uri="{FF2B5EF4-FFF2-40B4-BE49-F238E27FC236}">
                <a16:creationId xmlns:a16="http://schemas.microsoft.com/office/drawing/2014/main" id="{B952DD87-7D39-4B73-CAC4-4BAC9F206D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/>
          </p:nvPr>
        </p:nvSpPr>
        <p:spPr>
          <a:xfrm>
            <a:off x="2855175" y="4742057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2" name="Marcador de posición de imagen 10">
            <a:extLst>
              <a:ext uri="{FF2B5EF4-FFF2-40B4-BE49-F238E27FC236}">
                <a16:creationId xmlns:a16="http://schemas.microsoft.com/office/drawing/2014/main" id="{5D91B523-1D19-DCAF-2DD3-1E2A9AD41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3"/>
          </p:nvPr>
        </p:nvSpPr>
        <p:spPr>
          <a:xfrm>
            <a:off x="2855763" y="3802162"/>
            <a:ext cx="297325" cy="285655"/>
          </a:xfrm>
        </p:spPr>
        <p:txBody>
          <a:bodyPr>
            <a:normAutofit/>
          </a:bodyPr>
          <a:lstStyle>
            <a:lvl1pPr marL="0" indent="0">
              <a:buNone/>
              <a:defRPr sz="200"/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E2876EA-8F8D-C682-A9A5-12D2FB6750F9}"/>
              </a:ext>
            </a:extLst>
          </p:cNvPr>
          <p:cNvSpPr txBox="1"/>
          <p:nvPr userDrawn="1"/>
        </p:nvSpPr>
        <p:spPr>
          <a:xfrm>
            <a:off x="8654941" y="-349983"/>
            <a:ext cx="3537059" cy="27699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La iconografía está disponible al final de la plantilla</a:t>
            </a:r>
          </a:p>
        </p:txBody>
      </p:sp>
      <p:sp>
        <p:nvSpPr>
          <p:cNvPr id="12" name="Marcador de título 1">
            <a:extLst>
              <a:ext uri="{FF2B5EF4-FFF2-40B4-BE49-F238E27FC236}">
                <a16:creationId xmlns:a16="http://schemas.microsoft.com/office/drawing/2014/main" id="{48660A2B-3C9D-352F-1965-C2B30F592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4" name="Marcador de texto 4">
            <a:extLst>
              <a:ext uri="{FF2B5EF4-FFF2-40B4-BE49-F238E27FC236}">
                <a16:creationId xmlns:a16="http://schemas.microsoft.com/office/drawing/2014/main" id="{0EDC76E6-2204-9E44-C18E-1AB222BC9D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5792021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eg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11" name="Marcador de posición de imagen 5">
            <a:extLst>
              <a:ext uri="{FF2B5EF4-FFF2-40B4-BE49-F238E27FC236}">
                <a16:creationId xmlns:a16="http://schemas.microsoft.com/office/drawing/2014/main" id="{F9810C79-CF4D-2DDD-060D-49846C5ACB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7452582" y="2482778"/>
            <a:ext cx="2025635" cy="2922179"/>
          </a:xfrm>
          <a:solidFill>
            <a:schemeClr val="accent2"/>
          </a:solidFill>
          <a:ln w="6350">
            <a:solidFill>
              <a:schemeClr val="tx2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1" name="Marcador de posición de imagen 5">
            <a:extLst>
              <a:ext uri="{FF2B5EF4-FFF2-40B4-BE49-F238E27FC236}">
                <a16:creationId xmlns:a16="http://schemas.microsoft.com/office/drawing/2014/main" id="{ABE025B2-299F-BDBE-666E-4CE65AE3FE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5" hasCustomPrompt="1"/>
          </p:nvPr>
        </p:nvSpPr>
        <p:spPr>
          <a:xfrm>
            <a:off x="9612834" y="2475583"/>
            <a:ext cx="2025635" cy="2922179"/>
          </a:xfrm>
          <a:solidFill>
            <a:schemeClr val="accent2"/>
          </a:solidFill>
          <a:ln w="6350">
            <a:solidFill>
              <a:schemeClr val="tx2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6" name="Marcador de texto 9">
            <a:extLst>
              <a:ext uri="{FF2B5EF4-FFF2-40B4-BE49-F238E27FC236}">
                <a16:creationId xmlns:a16="http://schemas.microsoft.com/office/drawing/2014/main" id="{60AC5BB0-F596-A62D-D067-E3FC3AB8B1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515350" y="2197187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Marcador de texto 11">
            <a:extLst>
              <a:ext uri="{FF2B5EF4-FFF2-40B4-BE49-F238E27FC236}">
                <a16:creationId xmlns:a16="http://schemas.microsoft.com/office/drawing/2014/main" id="{99D89A9E-34BC-5FFE-AC47-F38D72C114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515349" y="2547217"/>
            <a:ext cx="6296478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Marcador de texto 9">
            <a:extLst>
              <a:ext uri="{FF2B5EF4-FFF2-40B4-BE49-F238E27FC236}">
                <a16:creationId xmlns:a16="http://schemas.microsoft.com/office/drawing/2014/main" id="{A7C91A66-1478-8606-EF85-5811B99528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515350" y="3136004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7" name="Marcador de texto 11">
            <a:extLst>
              <a:ext uri="{FF2B5EF4-FFF2-40B4-BE49-F238E27FC236}">
                <a16:creationId xmlns:a16="http://schemas.microsoft.com/office/drawing/2014/main" id="{6AF0006C-E6A1-D73B-64D3-07B647D082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515349" y="3488916"/>
            <a:ext cx="6296478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8" name="Marcador de texto 9">
            <a:extLst>
              <a:ext uri="{FF2B5EF4-FFF2-40B4-BE49-F238E27FC236}">
                <a16:creationId xmlns:a16="http://schemas.microsoft.com/office/drawing/2014/main" id="{F0CFA676-A2FE-3DBC-B5F9-AACD01EC8C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515350" y="4074821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Marcador de texto 11">
            <a:extLst>
              <a:ext uri="{FF2B5EF4-FFF2-40B4-BE49-F238E27FC236}">
                <a16:creationId xmlns:a16="http://schemas.microsoft.com/office/drawing/2014/main" id="{04C141CD-92F6-27D3-7464-E2FD7CEA5D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/>
          </p:nvPr>
        </p:nvSpPr>
        <p:spPr>
          <a:xfrm>
            <a:off x="515349" y="4417446"/>
            <a:ext cx="6296478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Marcador de texto 9">
            <a:extLst>
              <a:ext uri="{FF2B5EF4-FFF2-40B4-BE49-F238E27FC236}">
                <a16:creationId xmlns:a16="http://schemas.microsoft.com/office/drawing/2014/main" id="{04389374-DC02-5471-18B1-4174798D75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521244" y="5013638"/>
            <a:ext cx="2483185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Marcador de texto 11">
            <a:extLst>
              <a:ext uri="{FF2B5EF4-FFF2-40B4-BE49-F238E27FC236}">
                <a16:creationId xmlns:a16="http://schemas.microsoft.com/office/drawing/2014/main" id="{75EAF789-901D-D16D-B98D-4ADACB13DC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/>
          </p:nvPr>
        </p:nvSpPr>
        <p:spPr>
          <a:xfrm>
            <a:off x="521243" y="5363668"/>
            <a:ext cx="6296478" cy="285591"/>
          </a:xfrm>
        </p:spPr>
        <p:txBody>
          <a:bodyPr wrap="square" anchor="ctr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F796C6C2-C9CB-057C-C46A-B7B0E17CC3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5967" y="1394944"/>
            <a:ext cx="11160124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ítulo 1">
            <a:extLst>
              <a:ext uri="{FF2B5EF4-FFF2-40B4-BE49-F238E27FC236}">
                <a16:creationId xmlns:a16="http://schemas.microsoft.com/office/drawing/2014/main" id="{D58C6010-04C5-3E9B-A320-FBF806A5F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3486E519-FFE2-F5E6-3686-355D5CA488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3451159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eg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119EBEB5-34E5-7E82-93A1-61B2E31597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520227" y="5060961"/>
            <a:ext cx="2303354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Marcador de posición de imagen 5">
            <a:extLst>
              <a:ext uri="{FF2B5EF4-FFF2-40B4-BE49-F238E27FC236}">
                <a16:creationId xmlns:a16="http://schemas.microsoft.com/office/drawing/2014/main" id="{F9810C79-CF4D-2DDD-060D-49846C5ACB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522812" y="2076235"/>
            <a:ext cx="2292041" cy="2931196"/>
          </a:xfrm>
          <a:solidFill>
            <a:schemeClr val="accent2"/>
          </a:solidFill>
          <a:ln w="6350">
            <a:solidFill>
              <a:schemeClr val="tx2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2" name="Marcador de posición de imagen 5">
            <a:extLst>
              <a:ext uri="{FF2B5EF4-FFF2-40B4-BE49-F238E27FC236}">
                <a16:creationId xmlns:a16="http://schemas.microsoft.com/office/drawing/2014/main" id="{21D020F4-BE15-0628-41C8-BD456BF0ED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3320651" y="2076235"/>
            <a:ext cx="2292041" cy="2931196"/>
          </a:xfrm>
          <a:solidFill>
            <a:schemeClr val="accent2"/>
          </a:solidFill>
          <a:ln w="6350">
            <a:solidFill>
              <a:schemeClr val="tx2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5" name="Marcador de posición de imagen 5">
            <a:extLst>
              <a:ext uri="{FF2B5EF4-FFF2-40B4-BE49-F238E27FC236}">
                <a16:creationId xmlns:a16="http://schemas.microsoft.com/office/drawing/2014/main" id="{22057A9A-F2EF-5198-F204-96096F9BFC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1" hasCustomPrompt="1"/>
          </p:nvPr>
        </p:nvSpPr>
        <p:spPr>
          <a:xfrm>
            <a:off x="6118490" y="2085253"/>
            <a:ext cx="2292041" cy="2931196"/>
          </a:xfrm>
          <a:solidFill>
            <a:schemeClr val="accent2"/>
          </a:solidFill>
          <a:ln w="6350">
            <a:solidFill>
              <a:schemeClr val="tx2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8" name="Marcador de posición de imagen 5">
            <a:extLst>
              <a:ext uri="{FF2B5EF4-FFF2-40B4-BE49-F238E27FC236}">
                <a16:creationId xmlns:a16="http://schemas.microsoft.com/office/drawing/2014/main" id="{DA2F352F-D7DC-95F2-8C5E-05C4AA871D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4" hasCustomPrompt="1"/>
          </p:nvPr>
        </p:nvSpPr>
        <p:spPr>
          <a:xfrm>
            <a:off x="8916329" y="2085253"/>
            <a:ext cx="2292041" cy="2931196"/>
          </a:xfrm>
          <a:solidFill>
            <a:schemeClr val="accent2"/>
          </a:solidFill>
          <a:ln w="6350">
            <a:solidFill>
              <a:schemeClr val="tx2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1" name="Marcador de texto 11">
            <a:extLst>
              <a:ext uri="{FF2B5EF4-FFF2-40B4-BE49-F238E27FC236}">
                <a16:creationId xmlns:a16="http://schemas.microsoft.com/office/drawing/2014/main" id="{26C4B5C6-9269-1301-56A3-A1B7D68845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522812" y="5373216"/>
            <a:ext cx="2300769" cy="285591"/>
          </a:xfrm>
        </p:spPr>
        <p:txBody>
          <a:bodyPr wrap="square" anchor="ctr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Marcador de texto 9">
            <a:extLst>
              <a:ext uri="{FF2B5EF4-FFF2-40B4-BE49-F238E27FC236}">
                <a16:creationId xmlns:a16="http://schemas.microsoft.com/office/drawing/2014/main" id="{E1D41C69-EFD5-5294-4423-E959765552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/>
          </p:nvPr>
        </p:nvSpPr>
        <p:spPr>
          <a:xfrm>
            <a:off x="3312590" y="5060961"/>
            <a:ext cx="2303354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2" name="Marcador de texto 11">
            <a:extLst>
              <a:ext uri="{FF2B5EF4-FFF2-40B4-BE49-F238E27FC236}">
                <a16:creationId xmlns:a16="http://schemas.microsoft.com/office/drawing/2014/main" id="{AC7F4B84-51A5-66E0-A1F4-B82B93C603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6"/>
          </p:nvPr>
        </p:nvSpPr>
        <p:spPr>
          <a:xfrm>
            <a:off x="3315175" y="5373216"/>
            <a:ext cx="2300769" cy="285591"/>
          </a:xfrm>
        </p:spPr>
        <p:txBody>
          <a:bodyPr wrap="square" anchor="ctr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Marcador de texto 9">
            <a:extLst>
              <a:ext uri="{FF2B5EF4-FFF2-40B4-BE49-F238E27FC236}">
                <a16:creationId xmlns:a16="http://schemas.microsoft.com/office/drawing/2014/main" id="{B1FA23E2-5B3E-6AF3-3B33-17792969B4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7"/>
          </p:nvPr>
        </p:nvSpPr>
        <p:spPr>
          <a:xfrm>
            <a:off x="6132919" y="5063633"/>
            <a:ext cx="2303354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4" name="Marcador de texto 11">
            <a:extLst>
              <a:ext uri="{FF2B5EF4-FFF2-40B4-BE49-F238E27FC236}">
                <a16:creationId xmlns:a16="http://schemas.microsoft.com/office/drawing/2014/main" id="{77450840-01FF-23A6-F808-77FAEFBA58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8"/>
          </p:nvPr>
        </p:nvSpPr>
        <p:spPr>
          <a:xfrm>
            <a:off x="6135504" y="5375888"/>
            <a:ext cx="2300769" cy="285591"/>
          </a:xfrm>
        </p:spPr>
        <p:txBody>
          <a:bodyPr wrap="square" anchor="ctr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5" name="Marcador de texto 9">
            <a:extLst>
              <a:ext uri="{FF2B5EF4-FFF2-40B4-BE49-F238E27FC236}">
                <a16:creationId xmlns:a16="http://schemas.microsoft.com/office/drawing/2014/main" id="{A176D284-B06F-827A-53C0-179910E1D0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9"/>
          </p:nvPr>
        </p:nvSpPr>
        <p:spPr>
          <a:xfrm>
            <a:off x="8916329" y="5060961"/>
            <a:ext cx="2303354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6" name="Marcador de texto 11">
            <a:extLst>
              <a:ext uri="{FF2B5EF4-FFF2-40B4-BE49-F238E27FC236}">
                <a16:creationId xmlns:a16="http://schemas.microsoft.com/office/drawing/2014/main" id="{B9C586C1-B735-B24D-FB9F-717707B63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0"/>
          </p:nvPr>
        </p:nvSpPr>
        <p:spPr>
          <a:xfrm>
            <a:off x="8918914" y="5373216"/>
            <a:ext cx="2300769" cy="285591"/>
          </a:xfrm>
        </p:spPr>
        <p:txBody>
          <a:bodyPr wrap="square" anchor="ctr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37" name="Imagen 36" descr="Icono&#10;&#10;Descripción generada automáticamente">
            <a:extLst>
              <a:ext uri="{FF2B5EF4-FFF2-40B4-BE49-F238E27FC236}">
                <a16:creationId xmlns:a16="http://schemas.microsoft.com/office/drawing/2014/main" id="{E5A0A350-F2A0-5E0F-BDB3-8335A76AD5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318614B5-6180-B1E7-0871-F52B5E49EF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5967" y="1394944"/>
            <a:ext cx="11160124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ítulo 1">
            <a:extLst>
              <a:ext uri="{FF2B5EF4-FFF2-40B4-BE49-F238E27FC236}">
                <a16:creationId xmlns:a16="http://schemas.microsoft.com/office/drawing/2014/main" id="{AB3025C3-1729-1FC3-EA1A-947696CE8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A1395C3C-3FF6-0537-C057-1C62571ABE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003534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egab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1" name="Marcador de posición de imagen 5">
            <a:extLst>
              <a:ext uri="{FF2B5EF4-FFF2-40B4-BE49-F238E27FC236}">
                <a16:creationId xmlns:a16="http://schemas.microsoft.com/office/drawing/2014/main" id="{F9810C79-CF4D-2DDD-060D-49846C5ACB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522814" y="2214630"/>
            <a:ext cx="1372696" cy="1814440"/>
          </a:xfrm>
          <a:solidFill>
            <a:schemeClr val="accent2"/>
          </a:solidFill>
          <a:ln w="6350">
            <a:solidFill>
              <a:schemeClr val="tx2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4" name="Marcador de posición de imagen 5">
            <a:extLst>
              <a:ext uri="{FF2B5EF4-FFF2-40B4-BE49-F238E27FC236}">
                <a16:creationId xmlns:a16="http://schemas.microsoft.com/office/drawing/2014/main" id="{2B2C3EBB-4B25-A03E-1E03-3F3705FB40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8" hasCustomPrompt="1"/>
          </p:nvPr>
        </p:nvSpPr>
        <p:spPr>
          <a:xfrm>
            <a:off x="522814" y="4215452"/>
            <a:ext cx="1372696" cy="1814440"/>
          </a:xfrm>
          <a:solidFill>
            <a:schemeClr val="accent2"/>
          </a:solidFill>
          <a:ln w="6350">
            <a:solidFill>
              <a:schemeClr val="tx2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6" name="Marcador de texto 9">
            <a:extLst>
              <a:ext uri="{FF2B5EF4-FFF2-40B4-BE49-F238E27FC236}">
                <a16:creationId xmlns:a16="http://schemas.microsoft.com/office/drawing/2014/main" id="{7717DE81-C425-AE3D-BA79-B2410A6A69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2015524" y="2214630"/>
            <a:ext cx="5820679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Marcador de texto 11">
            <a:extLst>
              <a:ext uri="{FF2B5EF4-FFF2-40B4-BE49-F238E27FC236}">
                <a16:creationId xmlns:a16="http://schemas.microsoft.com/office/drawing/2014/main" id="{110780AC-B00E-8A5D-B3F9-7237857527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2015523" y="2515779"/>
            <a:ext cx="9660540" cy="285591"/>
          </a:xfrm>
        </p:spPr>
        <p:txBody>
          <a:bodyPr wrap="square" anchor="t" anchorCtr="0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9">
            <a:extLst>
              <a:ext uri="{FF2B5EF4-FFF2-40B4-BE49-F238E27FC236}">
                <a16:creationId xmlns:a16="http://schemas.microsoft.com/office/drawing/2014/main" id="{5C616063-4F7A-8F50-9F0D-B45A0D14EB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9"/>
          </p:nvPr>
        </p:nvSpPr>
        <p:spPr>
          <a:xfrm>
            <a:off x="2015524" y="4239893"/>
            <a:ext cx="5820679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Marcador de texto 11">
            <a:extLst>
              <a:ext uri="{FF2B5EF4-FFF2-40B4-BE49-F238E27FC236}">
                <a16:creationId xmlns:a16="http://schemas.microsoft.com/office/drawing/2014/main" id="{652FA802-F1D5-0132-95BC-4915627DF9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0"/>
          </p:nvPr>
        </p:nvSpPr>
        <p:spPr>
          <a:xfrm>
            <a:off x="2015523" y="4523570"/>
            <a:ext cx="9660540" cy="285591"/>
          </a:xfrm>
        </p:spPr>
        <p:txBody>
          <a:bodyPr wrap="square" anchor="t" anchorCtr="0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21" name="Imagen 20" descr="Icono&#10;&#10;Descripción generada automáticamente">
            <a:extLst>
              <a:ext uri="{FF2B5EF4-FFF2-40B4-BE49-F238E27FC236}">
                <a16:creationId xmlns:a16="http://schemas.microsoft.com/office/drawing/2014/main" id="{0AC4E28B-7809-840A-B84E-7CB137B74F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7309F2D2-F965-20AB-67DA-27BFA20E0F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5967" y="1394944"/>
            <a:ext cx="11160124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110884FB-652D-3395-466C-B84469736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6A1D2C82-57D2-E859-A9E5-AD5327B347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7372523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egab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1" name="Marcador de posición de imagen 5">
            <a:extLst>
              <a:ext uri="{FF2B5EF4-FFF2-40B4-BE49-F238E27FC236}">
                <a16:creationId xmlns:a16="http://schemas.microsoft.com/office/drawing/2014/main" id="{F9810C79-CF4D-2DDD-060D-49846C5ACB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522814" y="2214630"/>
            <a:ext cx="1372696" cy="1814440"/>
          </a:xfrm>
          <a:solidFill>
            <a:schemeClr val="accent2"/>
          </a:solidFill>
          <a:ln w="6350">
            <a:solidFill>
              <a:schemeClr val="tx2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4" name="Marcador de posición de imagen 5">
            <a:extLst>
              <a:ext uri="{FF2B5EF4-FFF2-40B4-BE49-F238E27FC236}">
                <a16:creationId xmlns:a16="http://schemas.microsoft.com/office/drawing/2014/main" id="{2B2C3EBB-4B25-A03E-1E03-3F3705FB40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8" hasCustomPrompt="1"/>
          </p:nvPr>
        </p:nvSpPr>
        <p:spPr>
          <a:xfrm>
            <a:off x="522814" y="4215452"/>
            <a:ext cx="1372696" cy="1814440"/>
          </a:xfrm>
          <a:solidFill>
            <a:schemeClr val="accent2"/>
          </a:solidFill>
          <a:ln w="6350">
            <a:solidFill>
              <a:schemeClr val="tx2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6" name="Marcador de texto 9">
            <a:extLst>
              <a:ext uri="{FF2B5EF4-FFF2-40B4-BE49-F238E27FC236}">
                <a16:creationId xmlns:a16="http://schemas.microsoft.com/office/drawing/2014/main" id="{7717DE81-C425-AE3D-BA79-B2410A6A69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2015524" y="2214630"/>
            <a:ext cx="2350107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Marcador de texto 11">
            <a:extLst>
              <a:ext uri="{FF2B5EF4-FFF2-40B4-BE49-F238E27FC236}">
                <a16:creationId xmlns:a16="http://schemas.microsoft.com/office/drawing/2014/main" id="{110780AC-B00E-8A5D-B3F9-7237857527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2015523" y="2515779"/>
            <a:ext cx="3900456" cy="285591"/>
          </a:xfrm>
        </p:spPr>
        <p:txBody>
          <a:bodyPr wrap="square" anchor="t" anchorCtr="0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9">
            <a:extLst>
              <a:ext uri="{FF2B5EF4-FFF2-40B4-BE49-F238E27FC236}">
                <a16:creationId xmlns:a16="http://schemas.microsoft.com/office/drawing/2014/main" id="{5C616063-4F7A-8F50-9F0D-B45A0D14EB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9"/>
          </p:nvPr>
        </p:nvSpPr>
        <p:spPr>
          <a:xfrm>
            <a:off x="2015524" y="4239893"/>
            <a:ext cx="2350107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Marcador de texto 11">
            <a:extLst>
              <a:ext uri="{FF2B5EF4-FFF2-40B4-BE49-F238E27FC236}">
                <a16:creationId xmlns:a16="http://schemas.microsoft.com/office/drawing/2014/main" id="{652FA802-F1D5-0132-95BC-4915627DF9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0"/>
          </p:nvPr>
        </p:nvSpPr>
        <p:spPr>
          <a:xfrm>
            <a:off x="2015523" y="4523570"/>
            <a:ext cx="3900456" cy="285591"/>
          </a:xfrm>
        </p:spPr>
        <p:txBody>
          <a:bodyPr wrap="square" anchor="t" anchorCtr="0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Marcador de posición de imagen 5">
            <a:extLst>
              <a:ext uri="{FF2B5EF4-FFF2-40B4-BE49-F238E27FC236}">
                <a16:creationId xmlns:a16="http://schemas.microsoft.com/office/drawing/2014/main" id="{60FD1298-9D97-D6C7-BAA7-DFDD9BD349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1" hasCustomPrompt="1"/>
          </p:nvPr>
        </p:nvSpPr>
        <p:spPr>
          <a:xfrm>
            <a:off x="6163473" y="2214630"/>
            <a:ext cx="1372696" cy="1814440"/>
          </a:xfrm>
          <a:solidFill>
            <a:schemeClr val="accent2"/>
          </a:solidFill>
          <a:ln w="6350">
            <a:solidFill>
              <a:schemeClr val="tx2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7" name="Marcador de posición de imagen 5">
            <a:extLst>
              <a:ext uri="{FF2B5EF4-FFF2-40B4-BE49-F238E27FC236}">
                <a16:creationId xmlns:a16="http://schemas.microsoft.com/office/drawing/2014/main" id="{3022B6CF-82F7-0BF3-45BA-AF272C2B7F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2" hasCustomPrompt="1"/>
          </p:nvPr>
        </p:nvSpPr>
        <p:spPr>
          <a:xfrm>
            <a:off x="6163473" y="4215452"/>
            <a:ext cx="1372696" cy="1814440"/>
          </a:xfrm>
          <a:solidFill>
            <a:schemeClr val="accent2"/>
          </a:solidFill>
          <a:ln w="6350">
            <a:solidFill>
              <a:schemeClr val="tx2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8" name="Marcador de texto 9">
            <a:extLst>
              <a:ext uri="{FF2B5EF4-FFF2-40B4-BE49-F238E27FC236}">
                <a16:creationId xmlns:a16="http://schemas.microsoft.com/office/drawing/2014/main" id="{659E5285-E9D7-BD7D-FD12-59D8E4B325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3"/>
          </p:nvPr>
        </p:nvSpPr>
        <p:spPr>
          <a:xfrm>
            <a:off x="7656183" y="2214630"/>
            <a:ext cx="2350107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Marcador de texto 11">
            <a:extLst>
              <a:ext uri="{FF2B5EF4-FFF2-40B4-BE49-F238E27FC236}">
                <a16:creationId xmlns:a16="http://schemas.microsoft.com/office/drawing/2014/main" id="{586FE4AE-5156-3E71-9E79-7C091D8BB2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4"/>
          </p:nvPr>
        </p:nvSpPr>
        <p:spPr>
          <a:xfrm>
            <a:off x="7656182" y="2515779"/>
            <a:ext cx="3900456" cy="285591"/>
          </a:xfrm>
        </p:spPr>
        <p:txBody>
          <a:bodyPr wrap="square" anchor="t" anchorCtr="0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04BF3A08-4B3D-BC4C-89D5-B625F51179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5"/>
          </p:nvPr>
        </p:nvSpPr>
        <p:spPr>
          <a:xfrm>
            <a:off x="7656183" y="4239893"/>
            <a:ext cx="2350107" cy="285591"/>
          </a:xfrm>
        </p:spPr>
        <p:txBody>
          <a:bodyPr wrap="square" anchor="ctr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214B3D4-0B2E-29AB-9736-A7B42B291C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6"/>
          </p:nvPr>
        </p:nvSpPr>
        <p:spPr>
          <a:xfrm>
            <a:off x="7656182" y="4523570"/>
            <a:ext cx="3900456" cy="285591"/>
          </a:xfrm>
        </p:spPr>
        <p:txBody>
          <a:bodyPr wrap="square" anchor="t" anchorCtr="0">
            <a:spAutoFit/>
          </a:bodyPr>
          <a:lstStyle>
            <a:lvl1pPr marL="0" indent="0">
              <a:spcAft>
                <a:spcPts val="250"/>
              </a:spcAft>
              <a:buFont typeface="Arial" panose="020B0604020202020204" pitchFamily="34" charset="0"/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13" name="Imagen 12" descr="Icono&#10;&#10;Descripción generada automáticamente">
            <a:extLst>
              <a:ext uri="{FF2B5EF4-FFF2-40B4-BE49-F238E27FC236}">
                <a16:creationId xmlns:a16="http://schemas.microsoft.com/office/drawing/2014/main" id="{E79714EF-8F12-D75A-F7E2-4DB5A4936F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20" name="Marcador de texto 8">
            <a:extLst>
              <a:ext uri="{FF2B5EF4-FFF2-40B4-BE49-F238E27FC236}">
                <a16:creationId xmlns:a16="http://schemas.microsoft.com/office/drawing/2014/main" id="{14A55986-61B0-F0F8-1255-32317F66FA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5967" y="1394944"/>
            <a:ext cx="11160124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Marcador de título 1">
            <a:extLst>
              <a:ext uri="{FF2B5EF4-FFF2-40B4-BE49-F238E27FC236}">
                <a16:creationId xmlns:a16="http://schemas.microsoft.com/office/drawing/2014/main" id="{A583D141-E850-02A6-23A9-FE3FD4604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2" name="Marcador de texto 4">
            <a:extLst>
              <a:ext uri="{FF2B5EF4-FFF2-40B4-BE49-F238E27FC236}">
                <a16:creationId xmlns:a16="http://schemas.microsoft.com/office/drawing/2014/main" id="{A73C055A-EE62-F374-0992-8963706E3A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619809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i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5" name="Marcador de texto 45">
            <a:extLst>
              <a:ext uri="{FF2B5EF4-FFF2-40B4-BE49-F238E27FC236}">
                <a16:creationId xmlns:a16="http://schemas.microsoft.com/office/drawing/2014/main" id="{46ED8FDA-FD27-CB52-4BB0-9AFBE6DE0B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7" hasCustomPrompt="1"/>
          </p:nvPr>
        </p:nvSpPr>
        <p:spPr>
          <a:xfrm>
            <a:off x="2508977" y="2220372"/>
            <a:ext cx="8544342" cy="2870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  <a:lvl2pPr marL="360002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2pPr>
            <a:lvl3pPr marL="720004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3pPr>
            <a:lvl4pPr marL="1080005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4pPr>
            <a:lvl5pPr marL="1440007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5pPr>
            <a:lvl6pPr marL="1800009" indent="-14400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>
                <a:latin typeface="Century Gothic" panose="020B0502020202020204" pitchFamily="34" charset="0"/>
              </a:defRPr>
            </a:lvl6pPr>
            <a:lvl7pPr marL="2160011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7pPr>
            <a:lvl8pPr marL="2520013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8pPr>
            <a:lvl9pPr marL="2880014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9pPr>
          </a:lstStyle>
          <a:p>
            <a:pPr lvl="0"/>
            <a:r>
              <a:rPr lang="es-ES" dirty="0"/>
              <a:t>Nombre completo de la entidad</a:t>
            </a:r>
          </a:p>
        </p:txBody>
      </p:sp>
      <p:sp>
        <p:nvSpPr>
          <p:cNvPr id="10" name="Marcador de texto 45">
            <a:extLst>
              <a:ext uri="{FF2B5EF4-FFF2-40B4-BE49-F238E27FC236}">
                <a16:creationId xmlns:a16="http://schemas.microsoft.com/office/drawing/2014/main" id="{F33F519D-1FE8-3324-B2BF-00E07C8F5D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8" hasCustomPrompt="1"/>
          </p:nvPr>
        </p:nvSpPr>
        <p:spPr>
          <a:xfrm>
            <a:off x="2502102" y="2538690"/>
            <a:ext cx="8544342" cy="28700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00">
                <a:latin typeface="+mn-lt"/>
              </a:defRPr>
            </a:lvl1pPr>
            <a:lvl2pPr marL="360002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2pPr>
            <a:lvl3pPr marL="720004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3pPr>
            <a:lvl4pPr marL="1080005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4pPr>
            <a:lvl5pPr marL="1440007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5pPr>
            <a:lvl6pPr marL="1800009" indent="-14400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>
                <a:latin typeface="Century Gothic" panose="020B0502020202020204" pitchFamily="34" charset="0"/>
              </a:defRPr>
            </a:lvl6pPr>
            <a:lvl7pPr marL="2160011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7pPr>
            <a:lvl8pPr marL="2520013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8pPr>
            <a:lvl9pPr marL="2880014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9pPr>
          </a:lstStyle>
          <a:p>
            <a:pPr lvl="0"/>
            <a:r>
              <a:rPr lang="es-ES" dirty="0"/>
              <a:t>Ubicación de la sede de la entidad</a:t>
            </a:r>
          </a:p>
        </p:txBody>
      </p:sp>
      <p:sp>
        <p:nvSpPr>
          <p:cNvPr id="11" name="Marcador de texto 45">
            <a:extLst>
              <a:ext uri="{FF2B5EF4-FFF2-40B4-BE49-F238E27FC236}">
                <a16:creationId xmlns:a16="http://schemas.microsoft.com/office/drawing/2014/main" id="{430A3B77-94B7-D18D-4D40-4A17802BD2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9" hasCustomPrompt="1"/>
          </p:nvPr>
        </p:nvSpPr>
        <p:spPr>
          <a:xfrm>
            <a:off x="2503050" y="2835158"/>
            <a:ext cx="8544342" cy="2870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250"/>
              </a:spcAft>
              <a:buNone/>
              <a:defRPr sz="1200" b="1">
                <a:latin typeface="+mn-lt"/>
              </a:defRPr>
            </a:lvl1pPr>
            <a:lvl2pPr marL="360002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2pPr>
            <a:lvl3pPr marL="720004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3pPr>
            <a:lvl4pPr marL="1080005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4pPr>
            <a:lvl5pPr marL="1440007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5pPr>
            <a:lvl6pPr marL="1800009" indent="-14400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>
                <a:latin typeface="Century Gothic" panose="020B0502020202020204" pitchFamily="34" charset="0"/>
              </a:defRPr>
            </a:lvl6pPr>
            <a:lvl7pPr marL="2160011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7pPr>
            <a:lvl8pPr marL="2520013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8pPr>
            <a:lvl9pPr marL="2880014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9pPr>
          </a:lstStyle>
          <a:p>
            <a:pPr lvl="0"/>
            <a:r>
              <a:rPr lang="es-ES" dirty="0"/>
              <a:t>Nombre del proyecto realizado</a:t>
            </a:r>
          </a:p>
        </p:txBody>
      </p:sp>
      <p:sp>
        <p:nvSpPr>
          <p:cNvPr id="12" name="Marcador de texto 45">
            <a:extLst>
              <a:ext uri="{FF2B5EF4-FFF2-40B4-BE49-F238E27FC236}">
                <a16:creationId xmlns:a16="http://schemas.microsoft.com/office/drawing/2014/main" id="{70D3D37E-25C8-70C0-9C2C-5A9BD59E96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0" hasCustomPrompt="1"/>
          </p:nvPr>
        </p:nvSpPr>
        <p:spPr>
          <a:xfrm>
            <a:off x="2498912" y="4742953"/>
            <a:ext cx="8544342" cy="28700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00">
                <a:latin typeface="+mn-lt"/>
              </a:defRPr>
            </a:lvl1pPr>
            <a:lvl2pPr marL="360002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2pPr>
            <a:lvl3pPr marL="720004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3pPr>
            <a:lvl4pPr marL="1080005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4pPr>
            <a:lvl5pPr marL="1440007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5pPr>
            <a:lvl6pPr marL="1800009" indent="-14400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>
                <a:latin typeface="Century Gothic" panose="020B0502020202020204" pitchFamily="34" charset="0"/>
              </a:defRPr>
            </a:lvl6pPr>
            <a:lvl7pPr marL="2160011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7pPr>
            <a:lvl8pPr marL="2520013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8pPr>
            <a:lvl9pPr marL="2880014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9pPr>
          </a:lstStyle>
          <a:p>
            <a:pPr lvl="0"/>
            <a:r>
              <a:rPr lang="es-ES" dirty="0"/>
              <a:t>Persona de contacto (si lo requieren y con previo aviso)</a:t>
            </a:r>
          </a:p>
        </p:txBody>
      </p:sp>
      <p:sp>
        <p:nvSpPr>
          <p:cNvPr id="13" name="Marcador de texto 45">
            <a:extLst>
              <a:ext uri="{FF2B5EF4-FFF2-40B4-BE49-F238E27FC236}">
                <a16:creationId xmlns:a16="http://schemas.microsoft.com/office/drawing/2014/main" id="{C7A130EA-16DE-2F07-65E4-3EB4D8ED38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1" hasCustomPrompt="1"/>
          </p:nvPr>
        </p:nvSpPr>
        <p:spPr>
          <a:xfrm>
            <a:off x="2502102" y="5021152"/>
            <a:ext cx="8544342" cy="28700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200">
                <a:latin typeface="+mn-lt"/>
              </a:defRPr>
            </a:lvl1pPr>
            <a:lvl2pPr marL="360002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2pPr>
            <a:lvl3pPr marL="720004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3pPr>
            <a:lvl4pPr marL="1080005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4pPr>
            <a:lvl5pPr marL="1440007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5pPr>
            <a:lvl6pPr marL="1800009" indent="-14400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>
                <a:latin typeface="Century Gothic" panose="020B0502020202020204" pitchFamily="34" charset="0"/>
              </a:defRPr>
            </a:lvl6pPr>
            <a:lvl7pPr marL="2160011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7pPr>
            <a:lvl8pPr marL="2520013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8pPr>
            <a:lvl9pPr marL="2880014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9pPr>
          </a:lstStyle>
          <a:p>
            <a:pPr lvl="0"/>
            <a:r>
              <a:rPr lang="es-ES" dirty="0"/>
              <a:t>Duración de los servicios (fecha de inicio y finalización)</a:t>
            </a:r>
          </a:p>
        </p:txBody>
      </p:sp>
      <p:sp>
        <p:nvSpPr>
          <p:cNvPr id="14" name="Marcador de texto 45">
            <a:extLst>
              <a:ext uri="{FF2B5EF4-FFF2-40B4-BE49-F238E27FC236}">
                <a16:creationId xmlns:a16="http://schemas.microsoft.com/office/drawing/2014/main" id="{87F0A502-2CCA-9B90-820C-622DF275A5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2" hasCustomPrompt="1"/>
          </p:nvPr>
        </p:nvSpPr>
        <p:spPr>
          <a:xfrm>
            <a:off x="2502102" y="5312253"/>
            <a:ext cx="8544342" cy="28700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250"/>
              </a:spcAft>
              <a:buNone/>
              <a:defRPr sz="1200">
                <a:latin typeface="+mn-lt"/>
              </a:defRPr>
            </a:lvl1pPr>
            <a:lvl2pPr marL="360002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2pPr>
            <a:lvl3pPr marL="720004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3pPr>
            <a:lvl4pPr marL="1080005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4pPr>
            <a:lvl5pPr marL="1440007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5pPr>
            <a:lvl6pPr marL="1800009" indent="-14400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>
                <a:latin typeface="Century Gothic" panose="020B0502020202020204" pitchFamily="34" charset="0"/>
              </a:defRPr>
            </a:lvl6pPr>
            <a:lvl7pPr marL="2160011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7pPr>
            <a:lvl8pPr marL="2520013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8pPr>
            <a:lvl9pPr marL="2880014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9pPr>
          </a:lstStyle>
          <a:p>
            <a:pPr lvl="0"/>
            <a:r>
              <a:rPr lang="es-ES" dirty="0"/>
              <a:t>Importe (si lo requieren)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0DDDBBAD-86CC-09AD-B787-4E7B3EE615F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406383" y="2225424"/>
            <a:ext cx="0" cy="3363828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Marcador de posición de imagen 5">
            <a:extLst>
              <a:ext uri="{FF2B5EF4-FFF2-40B4-BE49-F238E27FC236}">
                <a16:creationId xmlns:a16="http://schemas.microsoft.com/office/drawing/2014/main" id="{6733AE64-0611-41A2-ACA2-2BD3DE7026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5363" y="2218403"/>
            <a:ext cx="1701480" cy="1335382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8" name="Marcador de texto 45">
            <a:extLst>
              <a:ext uri="{FF2B5EF4-FFF2-40B4-BE49-F238E27FC236}">
                <a16:creationId xmlns:a16="http://schemas.microsoft.com/office/drawing/2014/main" id="{76FFDCD0-A076-D196-50B9-0655269E6A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3" hasCustomPrompt="1"/>
          </p:nvPr>
        </p:nvSpPr>
        <p:spPr>
          <a:xfrm>
            <a:off x="2514046" y="3133889"/>
            <a:ext cx="8544342" cy="146568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spcAft>
                <a:spcPts val="250"/>
              </a:spcAft>
              <a:buNone/>
              <a:defRPr sz="1200" b="0">
                <a:latin typeface="+mn-lt"/>
              </a:defRPr>
            </a:lvl1pPr>
            <a:lvl2pPr marL="360002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2pPr>
            <a:lvl3pPr marL="720004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3pPr>
            <a:lvl4pPr marL="1080005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4pPr>
            <a:lvl5pPr marL="1440007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 "/>
              </a:defRPr>
            </a:lvl5pPr>
            <a:lvl6pPr marL="1800009" indent="-14400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>
                <a:latin typeface="Century Gothic" panose="020B0502020202020204" pitchFamily="34" charset="0"/>
              </a:defRPr>
            </a:lvl6pPr>
            <a:lvl7pPr marL="2160011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7pPr>
            <a:lvl8pPr marL="2520013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8pPr>
            <a:lvl9pPr marL="2880014" indent="-144001">
              <a:lnSpc>
                <a:spcPct val="100000"/>
              </a:lnSpc>
              <a:spcBef>
                <a:spcPts val="1000"/>
              </a:spcBef>
              <a:defRPr sz="1200">
                <a:latin typeface="Century Gothic" panose="020B0502020202020204" pitchFamily="34" charset="0"/>
              </a:defRPr>
            </a:lvl9pPr>
          </a:lstStyle>
          <a:p>
            <a:pPr lvl="0"/>
            <a:r>
              <a:rPr lang="es-ES" dirty="0"/>
              <a:t>Descripción de proyecto realizado</a:t>
            </a:r>
          </a:p>
        </p:txBody>
      </p:sp>
      <p:sp>
        <p:nvSpPr>
          <p:cNvPr id="20" name="Marcador de texto 8">
            <a:extLst>
              <a:ext uri="{FF2B5EF4-FFF2-40B4-BE49-F238E27FC236}">
                <a16:creationId xmlns:a16="http://schemas.microsoft.com/office/drawing/2014/main" id="{C37F1CFC-0234-E2B4-2225-C786734FFA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5967" y="1394944"/>
            <a:ext cx="11160124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Marcador de título 1">
            <a:extLst>
              <a:ext uri="{FF2B5EF4-FFF2-40B4-BE49-F238E27FC236}">
                <a16:creationId xmlns:a16="http://schemas.microsoft.com/office/drawing/2014/main" id="{0BD166E0-C596-0EA7-8D5C-3AAFD795C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2" name="Marcador de texto 4">
            <a:extLst>
              <a:ext uri="{FF2B5EF4-FFF2-40B4-BE49-F238E27FC236}">
                <a16:creationId xmlns:a16="http://schemas.microsoft.com/office/drawing/2014/main" id="{3438AAD7-AFB3-ACFA-00FC-CCCE4983DA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794919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i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2" name="Marcador de posición de imagen 5">
            <a:extLst>
              <a:ext uri="{FF2B5EF4-FFF2-40B4-BE49-F238E27FC236}">
                <a16:creationId xmlns:a16="http://schemas.microsoft.com/office/drawing/2014/main" id="{AD6B9D34-B670-9433-35A9-294D3D04A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1109225" y="2214678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77DA82AD-1EC4-7D18-A789-186CC3AD0E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1096804" y="3354811"/>
            <a:ext cx="1502806" cy="49423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posición de imagen 5">
            <a:extLst>
              <a:ext uri="{FF2B5EF4-FFF2-40B4-BE49-F238E27FC236}">
                <a16:creationId xmlns:a16="http://schemas.microsoft.com/office/drawing/2014/main" id="{8ED773C7-EEE6-2FD6-7432-C4C33499D5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2801252" y="2214678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1" name="Marcador de texto 8">
            <a:extLst>
              <a:ext uri="{FF2B5EF4-FFF2-40B4-BE49-F238E27FC236}">
                <a16:creationId xmlns:a16="http://schemas.microsoft.com/office/drawing/2014/main" id="{0860C2F7-DF48-82C7-C397-BA0AFE9D77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2788831" y="3354811"/>
            <a:ext cx="1502806" cy="49423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Marcador de posición de imagen 5">
            <a:extLst>
              <a:ext uri="{FF2B5EF4-FFF2-40B4-BE49-F238E27FC236}">
                <a16:creationId xmlns:a16="http://schemas.microsoft.com/office/drawing/2014/main" id="{EEF94835-CDA8-3836-5433-90FB1E4BEC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4502632" y="2214678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3" name="Marcador de texto 8">
            <a:extLst>
              <a:ext uri="{FF2B5EF4-FFF2-40B4-BE49-F238E27FC236}">
                <a16:creationId xmlns:a16="http://schemas.microsoft.com/office/drawing/2014/main" id="{B0796843-EF6B-A996-C0B2-78F82D065E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4490211" y="3354811"/>
            <a:ext cx="1502806" cy="49423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4" name="Marcador de posición de imagen 5">
            <a:extLst>
              <a:ext uri="{FF2B5EF4-FFF2-40B4-BE49-F238E27FC236}">
                <a16:creationId xmlns:a16="http://schemas.microsoft.com/office/drawing/2014/main" id="{99A05FD3-F431-41F7-C24B-B076C4739D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 hasCustomPrompt="1"/>
          </p:nvPr>
        </p:nvSpPr>
        <p:spPr>
          <a:xfrm>
            <a:off x="6194659" y="2214678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BC21F8DC-3BC4-76A4-B6A5-6E0D4A1BF3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6182238" y="3354811"/>
            <a:ext cx="1502806" cy="49423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Marcador de posición de imagen 5">
            <a:extLst>
              <a:ext uri="{FF2B5EF4-FFF2-40B4-BE49-F238E27FC236}">
                <a16:creationId xmlns:a16="http://schemas.microsoft.com/office/drawing/2014/main" id="{C7993E96-74B8-3241-0F5C-2964054C19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 hasCustomPrompt="1"/>
          </p:nvPr>
        </p:nvSpPr>
        <p:spPr>
          <a:xfrm>
            <a:off x="7881748" y="2214678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7" name="Marcador de texto 8">
            <a:extLst>
              <a:ext uri="{FF2B5EF4-FFF2-40B4-BE49-F238E27FC236}">
                <a16:creationId xmlns:a16="http://schemas.microsoft.com/office/drawing/2014/main" id="{7799FCF4-D643-5D1E-D2E1-34918BC026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/>
          </p:nvPr>
        </p:nvSpPr>
        <p:spPr>
          <a:xfrm>
            <a:off x="7869327" y="3354811"/>
            <a:ext cx="1502806" cy="49423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8" name="Marcador de posición de imagen 5">
            <a:extLst>
              <a:ext uri="{FF2B5EF4-FFF2-40B4-BE49-F238E27FC236}">
                <a16:creationId xmlns:a16="http://schemas.microsoft.com/office/drawing/2014/main" id="{5997247E-FDF5-4B33-D3AD-5CD731B8B8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 hasCustomPrompt="1"/>
          </p:nvPr>
        </p:nvSpPr>
        <p:spPr>
          <a:xfrm>
            <a:off x="9573775" y="2214678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9" name="Marcador de texto 8">
            <a:extLst>
              <a:ext uri="{FF2B5EF4-FFF2-40B4-BE49-F238E27FC236}">
                <a16:creationId xmlns:a16="http://schemas.microsoft.com/office/drawing/2014/main" id="{1FEF875D-EC01-13DA-6535-DB75C63E77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/>
          </p:nvPr>
        </p:nvSpPr>
        <p:spPr>
          <a:xfrm>
            <a:off x="9561354" y="3354811"/>
            <a:ext cx="1502806" cy="49423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Marcador de posición de imagen 5">
            <a:extLst>
              <a:ext uri="{FF2B5EF4-FFF2-40B4-BE49-F238E27FC236}">
                <a16:creationId xmlns:a16="http://schemas.microsoft.com/office/drawing/2014/main" id="{3581D9E4-00F5-1F7F-0D10-D1F95669F9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6" hasCustomPrompt="1"/>
          </p:nvPr>
        </p:nvSpPr>
        <p:spPr>
          <a:xfrm>
            <a:off x="1109224" y="4166283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1" name="Marcador de texto 8">
            <a:extLst>
              <a:ext uri="{FF2B5EF4-FFF2-40B4-BE49-F238E27FC236}">
                <a16:creationId xmlns:a16="http://schemas.microsoft.com/office/drawing/2014/main" id="{66258146-01C4-259B-47CB-DA5668193E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1096803" y="5306416"/>
            <a:ext cx="1502806" cy="49423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2" name="Marcador de posición de imagen 5">
            <a:extLst>
              <a:ext uri="{FF2B5EF4-FFF2-40B4-BE49-F238E27FC236}">
                <a16:creationId xmlns:a16="http://schemas.microsoft.com/office/drawing/2014/main" id="{401F76A8-9587-CA06-7045-F624B7C79B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2801251" y="4166283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3" name="Marcador de texto 8">
            <a:extLst>
              <a:ext uri="{FF2B5EF4-FFF2-40B4-BE49-F238E27FC236}">
                <a16:creationId xmlns:a16="http://schemas.microsoft.com/office/drawing/2014/main" id="{87397905-5F94-1D87-3FAB-3AD6AB1825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/>
          </p:nvPr>
        </p:nvSpPr>
        <p:spPr>
          <a:xfrm>
            <a:off x="2788830" y="5306416"/>
            <a:ext cx="1502806" cy="49423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4" name="Marcador de posición de imagen 5">
            <a:extLst>
              <a:ext uri="{FF2B5EF4-FFF2-40B4-BE49-F238E27FC236}">
                <a16:creationId xmlns:a16="http://schemas.microsoft.com/office/drawing/2014/main" id="{F2675312-0236-51C1-9687-29095473F1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502631" y="4166283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5" name="Marcador de texto 8">
            <a:extLst>
              <a:ext uri="{FF2B5EF4-FFF2-40B4-BE49-F238E27FC236}">
                <a16:creationId xmlns:a16="http://schemas.microsoft.com/office/drawing/2014/main" id="{74331F75-DA41-1BC6-C701-1EC78BA6FC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4490210" y="5306416"/>
            <a:ext cx="1502806" cy="49423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6" name="Marcador de posición de imagen 5">
            <a:extLst>
              <a:ext uri="{FF2B5EF4-FFF2-40B4-BE49-F238E27FC236}">
                <a16:creationId xmlns:a16="http://schemas.microsoft.com/office/drawing/2014/main" id="{C72C4C09-DEF6-7761-E419-C5510612E8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 hasCustomPrompt="1"/>
          </p:nvPr>
        </p:nvSpPr>
        <p:spPr>
          <a:xfrm>
            <a:off x="6194658" y="4166283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7" name="Marcador de texto 8">
            <a:extLst>
              <a:ext uri="{FF2B5EF4-FFF2-40B4-BE49-F238E27FC236}">
                <a16:creationId xmlns:a16="http://schemas.microsoft.com/office/drawing/2014/main" id="{C2170354-BDE7-620B-09F7-2C08F19B0B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6182237" y="5306416"/>
            <a:ext cx="1502806" cy="49423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8" name="Marcador de posición de imagen 5">
            <a:extLst>
              <a:ext uri="{FF2B5EF4-FFF2-40B4-BE49-F238E27FC236}">
                <a16:creationId xmlns:a16="http://schemas.microsoft.com/office/drawing/2014/main" id="{2116570D-8D97-A263-EBEA-8821B9CB30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4" hasCustomPrompt="1"/>
          </p:nvPr>
        </p:nvSpPr>
        <p:spPr>
          <a:xfrm>
            <a:off x="7881747" y="4166283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9" name="Marcador de texto 8">
            <a:extLst>
              <a:ext uri="{FF2B5EF4-FFF2-40B4-BE49-F238E27FC236}">
                <a16:creationId xmlns:a16="http://schemas.microsoft.com/office/drawing/2014/main" id="{4D91155C-98F1-296B-4128-EE28299A2C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/>
          </p:nvPr>
        </p:nvSpPr>
        <p:spPr>
          <a:xfrm>
            <a:off x="7869326" y="5306416"/>
            <a:ext cx="1502806" cy="49423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0" name="Marcador de posición de imagen 5">
            <a:extLst>
              <a:ext uri="{FF2B5EF4-FFF2-40B4-BE49-F238E27FC236}">
                <a16:creationId xmlns:a16="http://schemas.microsoft.com/office/drawing/2014/main" id="{42C74318-25D1-2D2B-6661-9E826E8D28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6" hasCustomPrompt="1"/>
          </p:nvPr>
        </p:nvSpPr>
        <p:spPr>
          <a:xfrm>
            <a:off x="9573774" y="4166283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41" name="Marcador de texto 8">
            <a:extLst>
              <a:ext uri="{FF2B5EF4-FFF2-40B4-BE49-F238E27FC236}">
                <a16:creationId xmlns:a16="http://schemas.microsoft.com/office/drawing/2014/main" id="{D2D8529C-5B90-BAA8-D4AB-DACB486BF9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7"/>
          </p:nvPr>
        </p:nvSpPr>
        <p:spPr>
          <a:xfrm>
            <a:off x="9561353" y="5306416"/>
            <a:ext cx="1502806" cy="49423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80975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exto 8">
            <a:extLst>
              <a:ext uri="{FF2B5EF4-FFF2-40B4-BE49-F238E27FC236}">
                <a16:creationId xmlns:a16="http://schemas.microsoft.com/office/drawing/2014/main" id="{048A9C47-2ABA-D78D-D93D-E062202234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5967" y="1394944"/>
            <a:ext cx="11160124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título 1">
            <a:extLst>
              <a:ext uri="{FF2B5EF4-FFF2-40B4-BE49-F238E27FC236}">
                <a16:creationId xmlns:a16="http://schemas.microsoft.com/office/drawing/2014/main" id="{162E1096-57D9-2873-0071-A3E963E95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CF0D52FF-D12C-D3F2-EC92-E7CB49D157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652917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i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D127D7-97E5-2EB2-DD14-683EE47D3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50359B-7360-913B-6B9F-DCAE66598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902926EE-72C6-46BD-292C-E47F7C85D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2" name="Marcador de posición de imagen 5">
            <a:extLst>
              <a:ext uri="{FF2B5EF4-FFF2-40B4-BE49-F238E27FC236}">
                <a16:creationId xmlns:a16="http://schemas.microsoft.com/office/drawing/2014/main" id="{AD6B9D34-B670-9433-35A9-294D3D04A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989211" y="1988832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0" name="Marcador de posición de imagen 5">
            <a:extLst>
              <a:ext uri="{FF2B5EF4-FFF2-40B4-BE49-F238E27FC236}">
                <a16:creationId xmlns:a16="http://schemas.microsoft.com/office/drawing/2014/main" id="{8ED773C7-EEE6-2FD6-7432-C4C33499D5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2681238" y="1988832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2" name="Marcador de posición de imagen 5">
            <a:extLst>
              <a:ext uri="{FF2B5EF4-FFF2-40B4-BE49-F238E27FC236}">
                <a16:creationId xmlns:a16="http://schemas.microsoft.com/office/drawing/2014/main" id="{EEF94835-CDA8-3836-5433-90FB1E4BEC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4382618" y="1988832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4" name="Marcador de posición de imagen 5">
            <a:extLst>
              <a:ext uri="{FF2B5EF4-FFF2-40B4-BE49-F238E27FC236}">
                <a16:creationId xmlns:a16="http://schemas.microsoft.com/office/drawing/2014/main" id="{99A05FD3-F431-41F7-C24B-B076C4739D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 hasCustomPrompt="1"/>
          </p:nvPr>
        </p:nvSpPr>
        <p:spPr>
          <a:xfrm>
            <a:off x="6074645" y="1988832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6" name="Marcador de posición de imagen 5">
            <a:extLst>
              <a:ext uri="{FF2B5EF4-FFF2-40B4-BE49-F238E27FC236}">
                <a16:creationId xmlns:a16="http://schemas.microsoft.com/office/drawing/2014/main" id="{C7993E96-74B8-3241-0F5C-2964054C19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 hasCustomPrompt="1"/>
          </p:nvPr>
        </p:nvSpPr>
        <p:spPr>
          <a:xfrm>
            <a:off x="7761734" y="1988832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8" name="Marcador de posición de imagen 5">
            <a:extLst>
              <a:ext uri="{FF2B5EF4-FFF2-40B4-BE49-F238E27FC236}">
                <a16:creationId xmlns:a16="http://schemas.microsoft.com/office/drawing/2014/main" id="{5997247E-FDF5-4B33-D3AD-5CD731B8B8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 hasCustomPrompt="1"/>
          </p:nvPr>
        </p:nvSpPr>
        <p:spPr>
          <a:xfrm>
            <a:off x="9453761" y="1988832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0" name="Marcador de posición de imagen 5">
            <a:extLst>
              <a:ext uri="{FF2B5EF4-FFF2-40B4-BE49-F238E27FC236}">
                <a16:creationId xmlns:a16="http://schemas.microsoft.com/office/drawing/2014/main" id="{3581D9E4-00F5-1F7F-0D10-D1F95669F9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6" hasCustomPrompt="1"/>
          </p:nvPr>
        </p:nvSpPr>
        <p:spPr>
          <a:xfrm>
            <a:off x="971593" y="3308986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2" name="Marcador de posición de imagen 5">
            <a:extLst>
              <a:ext uri="{FF2B5EF4-FFF2-40B4-BE49-F238E27FC236}">
                <a16:creationId xmlns:a16="http://schemas.microsoft.com/office/drawing/2014/main" id="{401F76A8-9587-CA06-7045-F624B7C79B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2663620" y="3308986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4" name="Marcador de posición de imagen 5">
            <a:extLst>
              <a:ext uri="{FF2B5EF4-FFF2-40B4-BE49-F238E27FC236}">
                <a16:creationId xmlns:a16="http://schemas.microsoft.com/office/drawing/2014/main" id="{F2675312-0236-51C1-9687-29095473F1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65000" y="3308986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6" name="Marcador de posición de imagen 5">
            <a:extLst>
              <a:ext uri="{FF2B5EF4-FFF2-40B4-BE49-F238E27FC236}">
                <a16:creationId xmlns:a16="http://schemas.microsoft.com/office/drawing/2014/main" id="{C72C4C09-DEF6-7761-E419-C5510612E8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 hasCustomPrompt="1"/>
          </p:nvPr>
        </p:nvSpPr>
        <p:spPr>
          <a:xfrm>
            <a:off x="6057027" y="3308986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8" name="Marcador de posición de imagen 5">
            <a:extLst>
              <a:ext uri="{FF2B5EF4-FFF2-40B4-BE49-F238E27FC236}">
                <a16:creationId xmlns:a16="http://schemas.microsoft.com/office/drawing/2014/main" id="{2116570D-8D97-A263-EBEA-8821B9CB30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4" hasCustomPrompt="1"/>
          </p:nvPr>
        </p:nvSpPr>
        <p:spPr>
          <a:xfrm>
            <a:off x="7744116" y="3308986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40" name="Marcador de posición de imagen 5">
            <a:extLst>
              <a:ext uri="{FF2B5EF4-FFF2-40B4-BE49-F238E27FC236}">
                <a16:creationId xmlns:a16="http://schemas.microsoft.com/office/drawing/2014/main" id="{42C74318-25D1-2D2B-6661-9E826E8D28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6" hasCustomPrompt="1"/>
          </p:nvPr>
        </p:nvSpPr>
        <p:spPr>
          <a:xfrm>
            <a:off x="9436143" y="3308986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8" name="Marcador de posición de imagen 5">
            <a:extLst>
              <a:ext uri="{FF2B5EF4-FFF2-40B4-BE49-F238E27FC236}">
                <a16:creationId xmlns:a16="http://schemas.microsoft.com/office/drawing/2014/main" id="{D84B2E0B-5553-FA08-A083-95413E0CBD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7" hasCustomPrompt="1"/>
          </p:nvPr>
        </p:nvSpPr>
        <p:spPr>
          <a:xfrm>
            <a:off x="971593" y="4629140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0" name="Marcador de posición de imagen 5">
            <a:extLst>
              <a:ext uri="{FF2B5EF4-FFF2-40B4-BE49-F238E27FC236}">
                <a16:creationId xmlns:a16="http://schemas.microsoft.com/office/drawing/2014/main" id="{63A34FBE-BEC3-FCBE-C638-D9F8F14390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8" hasCustomPrompt="1"/>
          </p:nvPr>
        </p:nvSpPr>
        <p:spPr>
          <a:xfrm>
            <a:off x="2663620" y="4629140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1" name="Marcador de posición de imagen 5">
            <a:extLst>
              <a:ext uri="{FF2B5EF4-FFF2-40B4-BE49-F238E27FC236}">
                <a16:creationId xmlns:a16="http://schemas.microsoft.com/office/drawing/2014/main" id="{1223E243-14C6-E17A-840C-D13C322370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9" hasCustomPrompt="1"/>
          </p:nvPr>
        </p:nvSpPr>
        <p:spPr>
          <a:xfrm>
            <a:off x="4365000" y="4629140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2" name="Marcador de posición de imagen 5">
            <a:extLst>
              <a:ext uri="{FF2B5EF4-FFF2-40B4-BE49-F238E27FC236}">
                <a16:creationId xmlns:a16="http://schemas.microsoft.com/office/drawing/2014/main" id="{3C119794-E80F-AC28-981E-07FF7F41F8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0" hasCustomPrompt="1"/>
          </p:nvPr>
        </p:nvSpPr>
        <p:spPr>
          <a:xfrm>
            <a:off x="6057027" y="4629140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3" name="Marcador de posición de imagen 5">
            <a:extLst>
              <a:ext uri="{FF2B5EF4-FFF2-40B4-BE49-F238E27FC236}">
                <a16:creationId xmlns:a16="http://schemas.microsoft.com/office/drawing/2014/main" id="{9322E5BE-8DB5-F8AA-BFAE-097FE4515B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1" hasCustomPrompt="1"/>
          </p:nvPr>
        </p:nvSpPr>
        <p:spPr>
          <a:xfrm>
            <a:off x="7744116" y="4629140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4" name="Marcador de posición de imagen 5">
            <a:extLst>
              <a:ext uri="{FF2B5EF4-FFF2-40B4-BE49-F238E27FC236}">
                <a16:creationId xmlns:a16="http://schemas.microsoft.com/office/drawing/2014/main" id="{D8A465EC-8513-84AB-A265-EC5EE0BADD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2" hasCustomPrompt="1"/>
          </p:nvPr>
        </p:nvSpPr>
        <p:spPr>
          <a:xfrm>
            <a:off x="9436143" y="4629140"/>
            <a:ext cx="1502806" cy="1140133"/>
          </a:xfrm>
          <a:noFill/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5" name="Marcador de texto 8">
            <a:extLst>
              <a:ext uri="{FF2B5EF4-FFF2-40B4-BE49-F238E27FC236}">
                <a16:creationId xmlns:a16="http://schemas.microsoft.com/office/drawing/2014/main" id="{08A41732-1097-6B4B-B647-BA363155E0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5967" y="1394944"/>
            <a:ext cx="11160124" cy="285591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título 1">
            <a:extLst>
              <a:ext uri="{FF2B5EF4-FFF2-40B4-BE49-F238E27FC236}">
                <a16:creationId xmlns:a16="http://schemas.microsoft.com/office/drawing/2014/main" id="{20DE851B-E4E6-2FCB-1826-7EDBCB9F2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7" name="Marcador de texto 4">
            <a:extLst>
              <a:ext uri="{FF2B5EF4-FFF2-40B4-BE49-F238E27FC236}">
                <a16:creationId xmlns:a16="http://schemas.microsoft.com/office/drawing/2014/main" id="{3FE535E8-ECDE-4120-12AB-6D38B382F9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889865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6A364BF4-B292-C6DD-2979-44BD63CE8F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1665488" y="2942641"/>
            <a:ext cx="4362584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Marcador de posición de imagen 5">
            <a:extLst>
              <a:ext uri="{FF2B5EF4-FFF2-40B4-BE49-F238E27FC236}">
                <a16:creationId xmlns:a16="http://schemas.microsoft.com/office/drawing/2014/main" id="{09C3EE63-2474-379C-2643-53AD61C7DC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634154" y="2905028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0" name="Marcador de texto 8">
            <a:extLst>
              <a:ext uri="{FF2B5EF4-FFF2-40B4-BE49-F238E27FC236}">
                <a16:creationId xmlns:a16="http://schemas.microsoft.com/office/drawing/2014/main" id="{4B2EFE81-9CC3-6EF8-C04F-32635E69D0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1665487" y="4243056"/>
            <a:ext cx="4362586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Marcador de posición de imagen 5">
            <a:extLst>
              <a:ext uri="{FF2B5EF4-FFF2-40B4-BE49-F238E27FC236}">
                <a16:creationId xmlns:a16="http://schemas.microsoft.com/office/drawing/2014/main" id="{B1F014C8-15A6-E27E-84D1-E41540215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634154" y="4205443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2" name="Marcador de texto 8">
            <a:extLst>
              <a:ext uri="{FF2B5EF4-FFF2-40B4-BE49-F238E27FC236}">
                <a16:creationId xmlns:a16="http://schemas.microsoft.com/office/drawing/2014/main" id="{E37F4110-DDE2-0FB5-FEDF-0DD7673B18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7238705" y="2911042"/>
            <a:ext cx="3957890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posición de imagen 5">
            <a:extLst>
              <a:ext uri="{FF2B5EF4-FFF2-40B4-BE49-F238E27FC236}">
                <a16:creationId xmlns:a16="http://schemas.microsoft.com/office/drawing/2014/main" id="{30B8779A-C1F8-0AB5-2FED-8B95082DD8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 hasCustomPrompt="1"/>
          </p:nvPr>
        </p:nvSpPr>
        <p:spPr>
          <a:xfrm>
            <a:off x="6207371" y="2873429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911EEA60-C38A-9FA0-5098-C0BEA15745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7238705" y="4243055"/>
            <a:ext cx="3957890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Marcador de posición de imagen 5">
            <a:extLst>
              <a:ext uri="{FF2B5EF4-FFF2-40B4-BE49-F238E27FC236}">
                <a16:creationId xmlns:a16="http://schemas.microsoft.com/office/drawing/2014/main" id="{F26F5EE9-103C-9BF1-55A6-2F15C79578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 hasCustomPrompt="1"/>
          </p:nvPr>
        </p:nvSpPr>
        <p:spPr>
          <a:xfrm>
            <a:off x="6207370" y="4205443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A8185E-93C4-AE19-B02A-1F91D9C904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C07C890E-2462-72F5-CB6B-A3EF1634B5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4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2" name="Imagen 11" descr="Icono&#10;&#10;Descripción generada automáticamente">
            <a:extLst>
              <a:ext uri="{FF2B5EF4-FFF2-40B4-BE49-F238E27FC236}">
                <a16:creationId xmlns:a16="http://schemas.microsoft.com/office/drawing/2014/main" id="{F4262693-2963-D0DF-CC0C-833304C357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11" name="Marcador de texto 8">
            <a:extLst>
              <a:ext uri="{FF2B5EF4-FFF2-40B4-BE49-F238E27FC236}">
                <a16:creationId xmlns:a16="http://schemas.microsoft.com/office/drawing/2014/main" id="{EABD36C5-E1EB-30D2-09B3-33EC86340A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7" y="1389063"/>
            <a:ext cx="11170153" cy="1274067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spcAft>
                <a:spcPts val="250"/>
              </a:spcAft>
              <a:defRPr sz="1200"/>
            </a:lvl2pPr>
            <a:lvl3pPr>
              <a:spcAft>
                <a:spcPts val="250"/>
              </a:spcAft>
              <a:defRPr sz="1200"/>
            </a:lvl3pPr>
            <a:lvl4pPr>
              <a:spcAft>
                <a:spcPts val="250"/>
              </a:spcAft>
              <a:defRPr sz="1200"/>
            </a:lvl4pPr>
            <a:lvl5pPr>
              <a:spcAft>
                <a:spcPts val="250"/>
              </a:spcAft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D3DF2B30-6CF4-6818-9840-3A59EB619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01585878-8115-6C20-6B59-21CB11C1C1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69662848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6A364BF4-B292-C6DD-2979-44BD63CE8F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1665488" y="2942641"/>
            <a:ext cx="2510588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Marcador de posición de imagen 5">
            <a:extLst>
              <a:ext uri="{FF2B5EF4-FFF2-40B4-BE49-F238E27FC236}">
                <a16:creationId xmlns:a16="http://schemas.microsoft.com/office/drawing/2014/main" id="{09C3EE63-2474-379C-2643-53AD61C7DC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634154" y="2905028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0" name="Marcador de texto 8">
            <a:extLst>
              <a:ext uri="{FF2B5EF4-FFF2-40B4-BE49-F238E27FC236}">
                <a16:creationId xmlns:a16="http://schemas.microsoft.com/office/drawing/2014/main" id="{4B2EFE81-9CC3-6EF8-C04F-32635E69D0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1665487" y="4243056"/>
            <a:ext cx="2510589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Marcador de posición de imagen 5">
            <a:extLst>
              <a:ext uri="{FF2B5EF4-FFF2-40B4-BE49-F238E27FC236}">
                <a16:creationId xmlns:a16="http://schemas.microsoft.com/office/drawing/2014/main" id="{B1F014C8-15A6-E27E-84D1-E41540215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634154" y="4205443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2" name="Marcador de texto 8">
            <a:extLst>
              <a:ext uri="{FF2B5EF4-FFF2-40B4-BE49-F238E27FC236}">
                <a16:creationId xmlns:a16="http://schemas.microsoft.com/office/drawing/2014/main" id="{E37F4110-DDE2-0FB5-FEDF-0DD7673B18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5396722" y="2955764"/>
            <a:ext cx="2277694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posición de imagen 5">
            <a:extLst>
              <a:ext uri="{FF2B5EF4-FFF2-40B4-BE49-F238E27FC236}">
                <a16:creationId xmlns:a16="http://schemas.microsoft.com/office/drawing/2014/main" id="{30B8779A-C1F8-0AB5-2FED-8B95082DD8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 hasCustomPrompt="1"/>
          </p:nvPr>
        </p:nvSpPr>
        <p:spPr>
          <a:xfrm>
            <a:off x="4392633" y="2915510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911EEA60-C38A-9FA0-5098-C0BEA15745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5423967" y="4257103"/>
            <a:ext cx="2277694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Marcador de posición de imagen 5">
            <a:extLst>
              <a:ext uri="{FF2B5EF4-FFF2-40B4-BE49-F238E27FC236}">
                <a16:creationId xmlns:a16="http://schemas.microsoft.com/office/drawing/2014/main" id="{F26F5EE9-103C-9BF1-55A6-2F15C79578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 hasCustomPrompt="1"/>
          </p:nvPr>
        </p:nvSpPr>
        <p:spPr>
          <a:xfrm>
            <a:off x="4392633" y="4205443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5" name="Marcador de texto 8">
            <a:extLst>
              <a:ext uri="{FF2B5EF4-FFF2-40B4-BE49-F238E27FC236}">
                <a16:creationId xmlns:a16="http://schemas.microsoft.com/office/drawing/2014/main" id="{962D9618-5A96-AD69-A677-DF1E5E0995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/>
          </p:nvPr>
        </p:nvSpPr>
        <p:spPr>
          <a:xfrm>
            <a:off x="9182445" y="2955765"/>
            <a:ext cx="2277694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Marcador de posición de imagen 5">
            <a:extLst>
              <a:ext uri="{FF2B5EF4-FFF2-40B4-BE49-F238E27FC236}">
                <a16:creationId xmlns:a16="http://schemas.microsoft.com/office/drawing/2014/main" id="{EC605EB5-80B2-212E-F845-7419D3E64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 hasCustomPrompt="1"/>
          </p:nvPr>
        </p:nvSpPr>
        <p:spPr>
          <a:xfrm>
            <a:off x="8151111" y="2918152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2" name="Marcador de texto 8">
            <a:extLst>
              <a:ext uri="{FF2B5EF4-FFF2-40B4-BE49-F238E27FC236}">
                <a16:creationId xmlns:a16="http://schemas.microsoft.com/office/drawing/2014/main" id="{6691E931-E505-2AB2-792B-0A408E5B01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/>
          </p:nvPr>
        </p:nvSpPr>
        <p:spPr>
          <a:xfrm>
            <a:off x="9181969" y="4243056"/>
            <a:ext cx="2277694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Marcador de posición de imagen 5">
            <a:extLst>
              <a:ext uri="{FF2B5EF4-FFF2-40B4-BE49-F238E27FC236}">
                <a16:creationId xmlns:a16="http://schemas.microsoft.com/office/drawing/2014/main" id="{B4D2C7A8-60D7-1CCA-7115-4F15C9309F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6" hasCustomPrompt="1"/>
          </p:nvPr>
        </p:nvSpPr>
        <p:spPr>
          <a:xfrm>
            <a:off x="8143446" y="4205443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5" name="Marcador de pie de página 14">
            <a:extLst>
              <a:ext uri="{FF2B5EF4-FFF2-40B4-BE49-F238E27FC236}">
                <a16:creationId xmlns:a16="http://schemas.microsoft.com/office/drawing/2014/main" id="{5D2876F7-4D1B-2A55-51EC-82F2C14D5D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16" name="Marcador de número de diapositiva 15">
            <a:extLst>
              <a:ext uri="{FF2B5EF4-FFF2-40B4-BE49-F238E27FC236}">
                <a16:creationId xmlns:a16="http://schemas.microsoft.com/office/drawing/2014/main" id="{8A33C2D6-87C9-75CB-2C70-D3B6DAD7F5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8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7" name="Imagen 16" descr="Icono&#10;&#10;Descripción generada automáticamente">
            <a:extLst>
              <a:ext uri="{FF2B5EF4-FFF2-40B4-BE49-F238E27FC236}">
                <a16:creationId xmlns:a16="http://schemas.microsoft.com/office/drawing/2014/main" id="{12B0B7BC-50AB-A0C7-CB97-6352D2D154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11" name="Marcador de texto 8">
            <a:extLst>
              <a:ext uri="{FF2B5EF4-FFF2-40B4-BE49-F238E27FC236}">
                <a16:creationId xmlns:a16="http://schemas.microsoft.com/office/drawing/2014/main" id="{57C31305-6D85-A770-500A-47062BEEF5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8" y="1389063"/>
            <a:ext cx="11160124" cy="1274067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spcAft>
                <a:spcPts val="250"/>
              </a:spcAft>
              <a:defRPr sz="1200"/>
            </a:lvl2pPr>
            <a:lvl3pPr>
              <a:spcAft>
                <a:spcPts val="250"/>
              </a:spcAft>
              <a:defRPr sz="1200"/>
            </a:lvl3pPr>
            <a:lvl4pPr>
              <a:spcAft>
                <a:spcPts val="250"/>
              </a:spcAft>
              <a:defRPr sz="1200"/>
            </a:lvl4pPr>
            <a:lvl5pPr>
              <a:spcAft>
                <a:spcPts val="250"/>
              </a:spcAft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608DC995-86C2-7EC6-F5B9-451F532E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DED70044-B82A-DCAA-B3B5-DE4E213724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68370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6A364BF4-B292-C6DD-2979-44BD63CE8F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1654077" y="1557614"/>
            <a:ext cx="4180650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Marcador de posición de imagen 5">
            <a:extLst>
              <a:ext uri="{FF2B5EF4-FFF2-40B4-BE49-F238E27FC236}">
                <a16:creationId xmlns:a16="http://schemas.microsoft.com/office/drawing/2014/main" id="{09C3EE63-2474-379C-2643-53AD61C7DC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622743" y="1520001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0" name="Marcador de texto 8">
            <a:extLst>
              <a:ext uri="{FF2B5EF4-FFF2-40B4-BE49-F238E27FC236}">
                <a16:creationId xmlns:a16="http://schemas.microsoft.com/office/drawing/2014/main" id="{4B2EFE81-9CC3-6EF8-C04F-32635E69D0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1662718" y="2947012"/>
            <a:ext cx="4180651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Marcador de posición de imagen 5">
            <a:extLst>
              <a:ext uri="{FF2B5EF4-FFF2-40B4-BE49-F238E27FC236}">
                <a16:creationId xmlns:a16="http://schemas.microsoft.com/office/drawing/2014/main" id="{B1F014C8-15A6-E27E-84D1-E41540215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631385" y="2919716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2" name="Marcador de texto 8">
            <a:extLst>
              <a:ext uri="{FF2B5EF4-FFF2-40B4-BE49-F238E27FC236}">
                <a16:creationId xmlns:a16="http://schemas.microsoft.com/office/drawing/2014/main" id="{E37F4110-DDE2-0FB5-FEDF-0DD7673B18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7238704" y="1557614"/>
            <a:ext cx="3792833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Marcador de posición de imagen 5">
            <a:extLst>
              <a:ext uri="{FF2B5EF4-FFF2-40B4-BE49-F238E27FC236}">
                <a16:creationId xmlns:a16="http://schemas.microsoft.com/office/drawing/2014/main" id="{30B8779A-C1F8-0AB5-2FED-8B95082DD8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 hasCustomPrompt="1"/>
          </p:nvPr>
        </p:nvSpPr>
        <p:spPr>
          <a:xfrm>
            <a:off x="6204602" y="1520001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911EEA60-C38A-9FA0-5098-C0BEA15745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7231577" y="2926379"/>
            <a:ext cx="3792833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Marcador de posición de imagen 5">
            <a:extLst>
              <a:ext uri="{FF2B5EF4-FFF2-40B4-BE49-F238E27FC236}">
                <a16:creationId xmlns:a16="http://schemas.microsoft.com/office/drawing/2014/main" id="{F26F5EE9-103C-9BF1-55A6-2F15C79578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 hasCustomPrompt="1"/>
          </p:nvPr>
        </p:nvSpPr>
        <p:spPr>
          <a:xfrm>
            <a:off x="6204601" y="2909399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5" name="Marcador de texto 8">
            <a:extLst>
              <a:ext uri="{FF2B5EF4-FFF2-40B4-BE49-F238E27FC236}">
                <a16:creationId xmlns:a16="http://schemas.microsoft.com/office/drawing/2014/main" id="{3F8D6795-976B-78E9-1C36-609331E784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/>
          </p:nvPr>
        </p:nvSpPr>
        <p:spPr>
          <a:xfrm>
            <a:off x="1669845" y="4357043"/>
            <a:ext cx="4180651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Marcador de posición de imagen 5">
            <a:extLst>
              <a:ext uri="{FF2B5EF4-FFF2-40B4-BE49-F238E27FC236}">
                <a16:creationId xmlns:a16="http://schemas.microsoft.com/office/drawing/2014/main" id="{7D66FE3A-3EAB-98F5-26A9-6800B39EE5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 hasCustomPrompt="1"/>
          </p:nvPr>
        </p:nvSpPr>
        <p:spPr>
          <a:xfrm>
            <a:off x="638512" y="4319430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2" name="Marcador de texto 8">
            <a:extLst>
              <a:ext uri="{FF2B5EF4-FFF2-40B4-BE49-F238E27FC236}">
                <a16:creationId xmlns:a16="http://schemas.microsoft.com/office/drawing/2014/main" id="{99A5A1A7-2506-0882-E168-CA96947F25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/>
          </p:nvPr>
        </p:nvSpPr>
        <p:spPr>
          <a:xfrm>
            <a:off x="7238704" y="4336410"/>
            <a:ext cx="3792833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Marcador de posición de imagen 5">
            <a:extLst>
              <a:ext uri="{FF2B5EF4-FFF2-40B4-BE49-F238E27FC236}">
                <a16:creationId xmlns:a16="http://schemas.microsoft.com/office/drawing/2014/main" id="{EE39DA2A-B1A1-3911-5EA2-87976551A7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6" hasCustomPrompt="1"/>
          </p:nvPr>
        </p:nvSpPr>
        <p:spPr>
          <a:xfrm>
            <a:off x="6204601" y="4319430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AF80464-FF08-3C83-ABF6-F75D793579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05DD72C4-58CA-4D2F-A66C-5D64C5D86B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8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6" name="Imagen 15" descr="Icono&#10;&#10;Descripción generada automáticamente">
            <a:extLst>
              <a:ext uri="{FF2B5EF4-FFF2-40B4-BE49-F238E27FC236}">
                <a16:creationId xmlns:a16="http://schemas.microsoft.com/office/drawing/2014/main" id="{ECEDE8A3-14CE-4D03-C674-8141E465C1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9B0E6AB7-AC8E-AD0A-B257-CEE22F82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B0DD19A5-6459-A80A-37CD-16ADE58029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19670171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6A364BF4-B292-C6DD-2979-44BD63CE8F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591701" y="2708111"/>
            <a:ext cx="1872837" cy="269561"/>
          </a:xfrm>
        </p:spPr>
        <p:txBody>
          <a:bodyPr wrap="square">
            <a:spAutoFit/>
          </a:bodyPr>
          <a:lstStyle>
            <a:lvl1pPr marL="0" indent="0"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Marcador de posición de imagen 5">
            <a:extLst>
              <a:ext uri="{FF2B5EF4-FFF2-40B4-BE49-F238E27FC236}">
                <a16:creationId xmlns:a16="http://schemas.microsoft.com/office/drawing/2014/main" id="{09C3EE63-2474-379C-2643-53AD61C7DC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622743" y="1520001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5" name="Marcador de texto 8">
            <a:extLst>
              <a:ext uri="{FF2B5EF4-FFF2-40B4-BE49-F238E27FC236}">
                <a16:creationId xmlns:a16="http://schemas.microsoft.com/office/drawing/2014/main" id="{E643B073-178E-8BD8-DA4E-97A579ACA0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2929008" y="2708111"/>
            <a:ext cx="1872837" cy="269561"/>
          </a:xfrm>
        </p:spPr>
        <p:txBody>
          <a:bodyPr wrap="square">
            <a:spAutoFit/>
          </a:bodyPr>
          <a:lstStyle>
            <a:lvl1pPr marL="0" indent="0"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Marcador de posición de imagen 5">
            <a:extLst>
              <a:ext uri="{FF2B5EF4-FFF2-40B4-BE49-F238E27FC236}">
                <a16:creationId xmlns:a16="http://schemas.microsoft.com/office/drawing/2014/main" id="{C322D824-6586-EF85-918C-3EFEC01F10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2929008" y="1520001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7" name="Marcador de texto 8">
            <a:extLst>
              <a:ext uri="{FF2B5EF4-FFF2-40B4-BE49-F238E27FC236}">
                <a16:creationId xmlns:a16="http://schemas.microsoft.com/office/drawing/2014/main" id="{9685A4C1-1FB6-3293-837A-7DEC91A562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5244605" y="2708111"/>
            <a:ext cx="1872837" cy="269561"/>
          </a:xfrm>
        </p:spPr>
        <p:txBody>
          <a:bodyPr wrap="square">
            <a:spAutoFit/>
          </a:bodyPr>
          <a:lstStyle>
            <a:lvl1pPr marL="0" indent="0"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posición de imagen 5">
            <a:extLst>
              <a:ext uri="{FF2B5EF4-FFF2-40B4-BE49-F238E27FC236}">
                <a16:creationId xmlns:a16="http://schemas.microsoft.com/office/drawing/2014/main" id="{9DA44A70-7F9E-34DA-207D-9917190650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 hasCustomPrompt="1"/>
          </p:nvPr>
        </p:nvSpPr>
        <p:spPr>
          <a:xfrm>
            <a:off x="5235273" y="1520553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4" name="Marcador de texto 8">
            <a:extLst>
              <a:ext uri="{FF2B5EF4-FFF2-40B4-BE49-F238E27FC236}">
                <a16:creationId xmlns:a16="http://schemas.microsoft.com/office/drawing/2014/main" id="{98B28BAF-B409-4637-0F0E-F11A031CD5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7530682" y="2708111"/>
            <a:ext cx="1872837" cy="269561"/>
          </a:xfrm>
        </p:spPr>
        <p:txBody>
          <a:bodyPr wrap="square">
            <a:spAutoFit/>
          </a:bodyPr>
          <a:lstStyle>
            <a:lvl1pPr marL="0" indent="0"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Marcador de posición de imagen 5">
            <a:extLst>
              <a:ext uri="{FF2B5EF4-FFF2-40B4-BE49-F238E27FC236}">
                <a16:creationId xmlns:a16="http://schemas.microsoft.com/office/drawing/2014/main" id="{0D54E9E6-FD1C-B90F-F193-D7949E3F08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 hasCustomPrompt="1"/>
          </p:nvPr>
        </p:nvSpPr>
        <p:spPr>
          <a:xfrm>
            <a:off x="7541538" y="1520553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8" name="Marcador de texto 8">
            <a:extLst>
              <a:ext uri="{FF2B5EF4-FFF2-40B4-BE49-F238E27FC236}">
                <a16:creationId xmlns:a16="http://schemas.microsoft.com/office/drawing/2014/main" id="{45D434BC-5E47-BB8A-EFF3-CA44F30992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/>
          </p:nvPr>
        </p:nvSpPr>
        <p:spPr>
          <a:xfrm>
            <a:off x="622743" y="5035730"/>
            <a:ext cx="1872837" cy="269561"/>
          </a:xfrm>
        </p:spPr>
        <p:txBody>
          <a:bodyPr wrap="square">
            <a:spAutoFit/>
          </a:bodyPr>
          <a:lstStyle>
            <a:lvl1pPr marL="0" indent="0"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Marcador de posición de imagen 5">
            <a:extLst>
              <a:ext uri="{FF2B5EF4-FFF2-40B4-BE49-F238E27FC236}">
                <a16:creationId xmlns:a16="http://schemas.microsoft.com/office/drawing/2014/main" id="{3A3EC50C-B1C8-18B5-41A0-124C862230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 hasCustomPrompt="1"/>
          </p:nvPr>
        </p:nvSpPr>
        <p:spPr>
          <a:xfrm>
            <a:off x="607222" y="3838204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0" name="Marcador de texto 8">
            <a:extLst>
              <a:ext uri="{FF2B5EF4-FFF2-40B4-BE49-F238E27FC236}">
                <a16:creationId xmlns:a16="http://schemas.microsoft.com/office/drawing/2014/main" id="{EC17B96E-8592-147F-D298-D3D374324D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/>
          </p:nvPr>
        </p:nvSpPr>
        <p:spPr>
          <a:xfrm>
            <a:off x="2908397" y="5035730"/>
            <a:ext cx="1872837" cy="269561"/>
          </a:xfrm>
        </p:spPr>
        <p:txBody>
          <a:bodyPr wrap="square">
            <a:spAutoFit/>
          </a:bodyPr>
          <a:lstStyle>
            <a:lvl1pPr marL="0" indent="0"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Marcador de posición de imagen 5">
            <a:extLst>
              <a:ext uri="{FF2B5EF4-FFF2-40B4-BE49-F238E27FC236}">
                <a16:creationId xmlns:a16="http://schemas.microsoft.com/office/drawing/2014/main" id="{61E7087B-E75A-12F0-9AB6-54BF74CC89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6" hasCustomPrompt="1"/>
          </p:nvPr>
        </p:nvSpPr>
        <p:spPr>
          <a:xfrm>
            <a:off x="2910957" y="3847620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2" name="Marcador de texto 8">
            <a:extLst>
              <a:ext uri="{FF2B5EF4-FFF2-40B4-BE49-F238E27FC236}">
                <a16:creationId xmlns:a16="http://schemas.microsoft.com/office/drawing/2014/main" id="{9D62DF8D-D95C-B7A6-821F-583FA06355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5218217" y="5008781"/>
            <a:ext cx="1872837" cy="269561"/>
          </a:xfrm>
        </p:spPr>
        <p:txBody>
          <a:bodyPr wrap="square">
            <a:spAutoFit/>
          </a:bodyPr>
          <a:lstStyle>
            <a:lvl1pPr marL="0" indent="0"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Marcador de posición de imagen 5">
            <a:extLst>
              <a:ext uri="{FF2B5EF4-FFF2-40B4-BE49-F238E27FC236}">
                <a16:creationId xmlns:a16="http://schemas.microsoft.com/office/drawing/2014/main" id="{2FF43AE1-B779-41D3-66ED-8B81584B10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5214692" y="3848172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4" name="Marcador de texto 8">
            <a:extLst>
              <a:ext uri="{FF2B5EF4-FFF2-40B4-BE49-F238E27FC236}">
                <a16:creationId xmlns:a16="http://schemas.microsoft.com/office/drawing/2014/main" id="{B9FFE602-BF43-9D79-3E24-D43B1400BE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/>
          </p:nvPr>
        </p:nvSpPr>
        <p:spPr>
          <a:xfrm>
            <a:off x="7521164" y="5022532"/>
            <a:ext cx="1872837" cy="269561"/>
          </a:xfrm>
        </p:spPr>
        <p:txBody>
          <a:bodyPr wrap="square">
            <a:spAutoFit/>
          </a:bodyPr>
          <a:lstStyle>
            <a:lvl1pPr marL="0" indent="0"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5" name="Marcador de posición de imagen 5">
            <a:extLst>
              <a:ext uri="{FF2B5EF4-FFF2-40B4-BE49-F238E27FC236}">
                <a16:creationId xmlns:a16="http://schemas.microsoft.com/office/drawing/2014/main" id="{BC43A5E6-1215-389B-8C24-EE241D0F07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7518427" y="3848172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6" name="Marcador de texto 8">
            <a:extLst>
              <a:ext uri="{FF2B5EF4-FFF2-40B4-BE49-F238E27FC236}">
                <a16:creationId xmlns:a16="http://schemas.microsoft.com/office/drawing/2014/main" id="{B8DEC0E0-C70A-FEE6-2F57-E074751EAD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9816760" y="2696235"/>
            <a:ext cx="1872837" cy="269561"/>
          </a:xfrm>
        </p:spPr>
        <p:txBody>
          <a:bodyPr wrap="square">
            <a:spAutoFit/>
          </a:bodyPr>
          <a:lstStyle>
            <a:lvl1pPr marL="0" indent="0"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7" name="Marcador de posición de imagen 5">
            <a:extLst>
              <a:ext uri="{FF2B5EF4-FFF2-40B4-BE49-F238E27FC236}">
                <a16:creationId xmlns:a16="http://schemas.microsoft.com/office/drawing/2014/main" id="{E9AFD7F4-C7FC-0385-9F15-5984B1333A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 hasCustomPrompt="1"/>
          </p:nvPr>
        </p:nvSpPr>
        <p:spPr>
          <a:xfrm>
            <a:off x="9847802" y="1508125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8" name="Marcador de texto 8">
            <a:extLst>
              <a:ext uri="{FF2B5EF4-FFF2-40B4-BE49-F238E27FC236}">
                <a16:creationId xmlns:a16="http://schemas.microsoft.com/office/drawing/2014/main" id="{BCA76811-A1C6-8CAD-8E3E-15D1444093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9822162" y="5010500"/>
            <a:ext cx="1872837" cy="269561"/>
          </a:xfrm>
        </p:spPr>
        <p:txBody>
          <a:bodyPr wrap="square">
            <a:spAutoFit/>
          </a:bodyPr>
          <a:lstStyle>
            <a:lvl1pPr marL="0" indent="0"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9" name="Marcador de posición de imagen 5">
            <a:extLst>
              <a:ext uri="{FF2B5EF4-FFF2-40B4-BE49-F238E27FC236}">
                <a16:creationId xmlns:a16="http://schemas.microsoft.com/office/drawing/2014/main" id="{0E56BDE9-89D0-8022-7C39-4BCD4AEBB1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4" hasCustomPrompt="1"/>
          </p:nvPr>
        </p:nvSpPr>
        <p:spPr>
          <a:xfrm>
            <a:off x="9822162" y="3833457"/>
            <a:ext cx="960111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2FC03DF-3EB6-2661-C421-5ACAACD53859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D67E13B-743F-D8DC-43F5-D2EFB70DEF95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F8518334-2C29-A65F-0301-B35D9EBA24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664D55F7-41D2-4A95-DD57-A467363B4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E3BC1BF9-C824-44A4-9217-438480F4A5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44629700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6A364BF4-B292-C6DD-2979-44BD63CE8F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622743" y="5139670"/>
            <a:ext cx="1872837" cy="269561"/>
          </a:xfrm>
        </p:spPr>
        <p:txBody>
          <a:bodyPr wrap="square">
            <a:spAutoFit/>
          </a:bodyPr>
          <a:lstStyle>
            <a:lvl1pPr marL="0" indent="0"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Marcador de posición de imagen 5">
            <a:extLst>
              <a:ext uri="{FF2B5EF4-FFF2-40B4-BE49-F238E27FC236}">
                <a16:creationId xmlns:a16="http://schemas.microsoft.com/office/drawing/2014/main" id="{09C3EE63-2474-379C-2643-53AD61C7DC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622743" y="2346991"/>
            <a:ext cx="2214889" cy="2719140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5" name="Marcador de texto 8">
            <a:extLst>
              <a:ext uri="{FF2B5EF4-FFF2-40B4-BE49-F238E27FC236}">
                <a16:creationId xmlns:a16="http://schemas.microsoft.com/office/drawing/2014/main" id="{E643B073-178E-8BD8-DA4E-97A579ACA0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3287260" y="5139670"/>
            <a:ext cx="1872837" cy="269561"/>
          </a:xfrm>
        </p:spPr>
        <p:txBody>
          <a:bodyPr wrap="square">
            <a:spAutoFit/>
          </a:bodyPr>
          <a:lstStyle>
            <a:lvl1pPr marL="0" indent="0"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Marcador de posición de imagen 5">
            <a:extLst>
              <a:ext uri="{FF2B5EF4-FFF2-40B4-BE49-F238E27FC236}">
                <a16:creationId xmlns:a16="http://schemas.microsoft.com/office/drawing/2014/main" id="{C322D824-6586-EF85-918C-3EFEC01F10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3287260" y="2346991"/>
            <a:ext cx="2214889" cy="2719140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7" name="Marcador de texto 8">
            <a:extLst>
              <a:ext uri="{FF2B5EF4-FFF2-40B4-BE49-F238E27FC236}">
                <a16:creationId xmlns:a16="http://schemas.microsoft.com/office/drawing/2014/main" id="{9685A4C1-1FB6-3293-837A-7DEC91A562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5951777" y="5139670"/>
            <a:ext cx="1872837" cy="269561"/>
          </a:xfrm>
        </p:spPr>
        <p:txBody>
          <a:bodyPr wrap="square">
            <a:spAutoFit/>
          </a:bodyPr>
          <a:lstStyle>
            <a:lvl1pPr marL="0" indent="0"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posición de imagen 5">
            <a:extLst>
              <a:ext uri="{FF2B5EF4-FFF2-40B4-BE49-F238E27FC236}">
                <a16:creationId xmlns:a16="http://schemas.microsoft.com/office/drawing/2014/main" id="{9DA44A70-7F9E-34DA-207D-9917190650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 hasCustomPrompt="1"/>
          </p:nvPr>
        </p:nvSpPr>
        <p:spPr>
          <a:xfrm>
            <a:off x="5951777" y="2347543"/>
            <a:ext cx="2214889" cy="2719140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24" name="Marcador de texto 8">
            <a:extLst>
              <a:ext uri="{FF2B5EF4-FFF2-40B4-BE49-F238E27FC236}">
                <a16:creationId xmlns:a16="http://schemas.microsoft.com/office/drawing/2014/main" id="{98B28BAF-B409-4637-0F0E-F11A031CD5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8616294" y="5132794"/>
            <a:ext cx="1872837" cy="269561"/>
          </a:xfrm>
        </p:spPr>
        <p:txBody>
          <a:bodyPr wrap="square">
            <a:spAutoFit/>
          </a:bodyPr>
          <a:lstStyle>
            <a:lvl1pPr marL="0" indent="0"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Marcador de posición de imagen 5">
            <a:extLst>
              <a:ext uri="{FF2B5EF4-FFF2-40B4-BE49-F238E27FC236}">
                <a16:creationId xmlns:a16="http://schemas.microsoft.com/office/drawing/2014/main" id="{0D54E9E6-FD1C-B90F-F193-D7949E3F08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 hasCustomPrompt="1"/>
          </p:nvPr>
        </p:nvSpPr>
        <p:spPr>
          <a:xfrm>
            <a:off x="8616294" y="2335115"/>
            <a:ext cx="2214889" cy="2719140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92E5C2D-759C-1512-81D6-6D931A8537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C11873-5A3B-D78D-596A-D2BE32380D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24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Imagen 8" descr="Icono&#10;&#10;Descripción generada automáticamente">
            <a:extLst>
              <a:ext uri="{FF2B5EF4-FFF2-40B4-BE49-F238E27FC236}">
                <a16:creationId xmlns:a16="http://schemas.microsoft.com/office/drawing/2014/main" id="{E97D5A36-EB29-9CF6-DD0F-E0E75D9DD8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3FD559D0-8CFD-71CB-B1E7-2724D6241D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8" y="1389063"/>
            <a:ext cx="11160124" cy="779829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spcAft>
                <a:spcPts val="250"/>
              </a:spcAft>
              <a:defRPr sz="1200"/>
            </a:lvl2pPr>
            <a:lvl3pPr>
              <a:spcAft>
                <a:spcPts val="250"/>
              </a:spcAf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290C9B53-74F0-5B2E-37C4-9DFE91125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A1D8BCC3-3654-7F4C-B60E-A88A7AB179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0408471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F8D627F9-920C-A0E9-B8F9-8C6049A93D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ED2AF62-1A9F-683C-7230-C589BB680B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75230740-CD20-D88F-00C4-E2C26FD2AE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4" name="Marcador de texto 8">
            <a:extLst>
              <a:ext uri="{FF2B5EF4-FFF2-40B4-BE49-F238E27FC236}">
                <a16:creationId xmlns:a16="http://schemas.microsoft.com/office/drawing/2014/main" id="{05C799DA-CCC8-278B-B0D5-F372C63C90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24019" y="2233512"/>
            <a:ext cx="10033905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4AFDBF25-F610-3181-23C6-8E47DEEDD55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73721" y="2228860"/>
            <a:ext cx="985775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BE449773-FEA5-4A10-1F4B-5D2AD48083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24019" y="3539669"/>
            <a:ext cx="10033905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Marcador de posición de imagen 5">
            <a:extLst>
              <a:ext uri="{FF2B5EF4-FFF2-40B4-BE49-F238E27FC236}">
                <a16:creationId xmlns:a16="http://schemas.microsoft.com/office/drawing/2014/main" id="{1A803B93-5DEE-2BAA-8299-BB45B20D928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3721" y="3502056"/>
            <a:ext cx="985775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2" name="Marcador de texto 8">
            <a:extLst>
              <a:ext uri="{FF2B5EF4-FFF2-40B4-BE49-F238E27FC236}">
                <a16:creationId xmlns:a16="http://schemas.microsoft.com/office/drawing/2014/main" id="{BDD8306C-EB25-CB5C-0481-898A580BC36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624019" y="4812865"/>
            <a:ext cx="10033905" cy="285591"/>
          </a:xfrm>
        </p:spPr>
        <p:txBody>
          <a:bodyPr wrap="square">
            <a:spAutoFit/>
          </a:bodyPr>
          <a:lstStyle>
            <a:lvl1pPr marL="0" indent="0"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Marcador de posición de imagen 5">
            <a:extLst>
              <a:ext uri="{FF2B5EF4-FFF2-40B4-BE49-F238E27FC236}">
                <a16:creationId xmlns:a16="http://schemas.microsoft.com/office/drawing/2014/main" id="{14865AA9-D6F1-8BB5-420D-83EB6931DA3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73721" y="4775252"/>
            <a:ext cx="985775" cy="1178694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DC6720CC-4591-EBA2-257C-52C5AE236D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8" y="1389063"/>
            <a:ext cx="11160124" cy="779829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spcAft>
                <a:spcPts val="250"/>
              </a:spcAft>
              <a:defRPr sz="1200"/>
            </a:lvl2pPr>
            <a:lvl3pPr>
              <a:spcAft>
                <a:spcPts val="250"/>
              </a:spcAf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BC2C2A4B-2AA3-B2CF-320D-21FF20D6C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2AB3E998-714E-64CE-14F8-654D7399EA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8074699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quip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F8D627F9-920C-A0E9-B8F9-8C6049A93D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ED2AF62-1A9F-683C-7230-C589BB680B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75230740-CD20-D88F-00C4-E2C26FD2AE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4" name="Marcador de texto 8">
            <a:extLst>
              <a:ext uri="{FF2B5EF4-FFF2-40B4-BE49-F238E27FC236}">
                <a16:creationId xmlns:a16="http://schemas.microsoft.com/office/drawing/2014/main" id="{05C799DA-CCC8-278B-B0D5-F372C63C90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55621" y="2233512"/>
            <a:ext cx="8845841" cy="28559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2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4AFDBF25-F610-3181-23C6-8E47DEEDD55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73721" y="2228859"/>
            <a:ext cx="2141183" cy="2700315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DC6720CC-4591-EBA2-257C-52C5AE236D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8" y="1389063"/>
            <a:ext cx="11160124" cy="779829"/>
          </a:xfrm>
        </p:spPr>
        <p:txBody>
          <a:bodyPr wrap="square">
            <a:spAutoFit/>
          </a:bodyPr>
          <a:lstStyle>
            <a:lvl1pPr>
              <a:spcAft>
                <a:spcPts val="250"/>
              </a:spcAft>
              <a:defRPr sz="1200"/>
            </a:lvl1pPr>
            <a:lvl2pPr>
              <a:spcAft>
                <a:spcPts val="250"/>
              </a:spcAft>
              <a:defRPr sz="1200"/>
            </a:lvl2pPr>
            <a:lvl3pPr>
              <a:spcAft>
                <a:spcPts val="250"/>
              </a:spcAf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E57FDF8B-1399-8E60-790E-2FBE3A91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6DD7D3C7-5E6B-7AE1-A4C7-E1B24D5723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4971200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6A364BF4-B292-C6DD-2979-44BD63CE8F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7" y="1581648"/>
            <a:ext cx="11160713" cy="26956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B5461E0-5625-4683-1C62-FE906FCD720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A57FE3-4DCB-073E-F54F-76496A32EDC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Imagen 8" descr="Icono&#10;&#10;Descripción generada automáticamente">
            <a:extLst>
              <a:ext uri="{FF2B5EF4-FFF2-40B4-BE49-F238E27FC236}">
                <a16:creationId xmlns:a16="http://schemas.microsoft.com/office/drawing/2014/main" id="{49368222-36A3-56C4-C214-15CC75EC89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4" name="Marcador de título 1">
            <a:extLst>
              <a:ext uri="{FF2B5EF4-FFF2-40B4-BE49-F238E27FC236}">
                <a16:creationId xmlns:a16="http://schemas.microsoft.com/office/drawing/2014/main" id="{B4C41F5A-F713-BACA-0F7C-B86674BDF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125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53FE132A-C567-9C9E-0D1F-9D29903172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76459"/>
            <a:ext cx="11160124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54877698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6A364BF4-B292-C6DD-2979-44BD63CE8F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1663290"/>
            <a:ext cx="7238194" cy="269561"/>
          </a:xfrm>
        </p:spPr>
        <p:txBody>
          <a:bodyPr wrap="square">
            <a:spAutoFit/>
          </a:bodyPr>
          <a:lstStyle>
            <a:lvl1pPr marL="0" indent="0">
              <a:spcAft>
                <a:spcPts val="250"/>
              </a:spcAft>
              <a:buNone/>
              <a:defRPr sz="1100" b="1"/>
            </a:lvl1pPr>
            <a:lvl2pPr marL="6350" indent="0">
              <a:buNone/>
              <a:tabLst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Marcador de posición de imagen 5">
            <a:extLst>
              <a:ext uri="{FF2B5EF4-FFF2-40B4-BE49-F238E27FC236}">
                <a16:creationId xmlns:a16="http://schemas.microsoft.com/office/drawing/2014/main" id="{3310CF8A-B5E2-CC4D-CBE2-2C4452FDED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8135938" y="0"/>
            <a:ext cx="4056062" cy="6858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s-ES" dirty="0"/>
              <a:t>Pulsa para insertar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B5461E0-5625-4683-1C62-FE906FCD720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A57FE3-4DCB-073E-F54F-76496A32EDC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Imagen 8" descr="Icono&#10;&#10;Descripción generada automáticamente">
            <a:extLst>
              <a:ext uri="{FF2B5EF4-FFF2-40B4-BE49-F238E27FC236}">
                <a16:creationId xmlns:a16="http://schemas.microsoft.com/office/drawing/2014/main" id="{49368222-36A3-56C4-C214-15CC75EC89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6" name="Marcador de título 1">
            <a:extLst>
              <a:ext uri="{FF2B5EF4-FFF2-40B4-BE49-F238E27FC236}">
                <a16:creationId xmlns:a16="http://schemas.microsoft.com/office/drawing/2014/main" id="{182ED4E9-A26F-3770-EB74-2033C0F7F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7227806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1D541391-7AF1-BAD4-60DE-4D62598D1B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476459"/>
            <a:ext cx="7227805" cy="317844"/>
          </a:xfrm>
        </p:spPr>
        <p:txBody>
          <a:bodyPr wrap="none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180975" indent="0">
              <a:buNone/>
              <a:defRPr sz="14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82375276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Azul Af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Icono&#10;&#10;Descripción generada automáticamente">
            <a:extLst>
              <a:ext uri="{FF2B5EF4-FFF2-40B4-BE49-F238E27FC236}">
                <a16:creationId xmlns:a16="http://schemas.microsoft.com/office/drawing/2014/main" id="{A3D134A2-E8F9-B1B9-2EE8-4A059C33CA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3" name="Marcador de título 1">
            <a:extLst>
              <a:ext uri="{FF2B5EF4-FFF2-40B4-BE49-F238E27FC236}">
                <a16:creationId xmlns:a16="http://schemas.microsoft.com/office/drawing/2014/main" id="{4AA79854-FE61-893A-BC8B-AD8767904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07" y="861309"/>
            <a:ext cx="6976662" cy="233602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4" name="Marcador de texto 7">
            <a:extLst>
              <a:ext uri="{FF2B5EF4-FFF2-40B4-BE49-F238E27FC236}">
                <a16:creationId xmlns:a16="http://schemas.microsoft.com/office/drawing/2014/main" id="{C8AB20E7-0656-1056-5807-72A0A9309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07" y="491977"/>
            <a:ext cx="6976662" cy="369332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sz="2000">
                <a:solidFill>
                  <a:schemeClr val="bg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E8A841-D451-6C38-A429-3ACA466E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8C9554-8385-0762-4636-A6714E01C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989555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Azul profund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ítulo 1">
            <a:extLst>
              <a:ext uri="{FF2B5EF4-FFF2-40B4-BE49-F238E27FC236}">
                <a16:creationId xmlns:a16="http://schemas.microsoft.com/office/drawing/2014/main" id="{FBFE9231-E655-41CA-D67D-CC85861756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559507" y="861309"/>
            <a:ext cx="6976662" cy="233602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4" name="Marcador de texto 7">
            <a:extLst>
              <a:ext uri="{FF2B5EF4-FFF2-40B4-BE49-F238E27FC236}">
                <a16:creationId xmlns:a16="http://schemas.microsoft.com/office/drawing/2014/main" id="{34250BD0-E150-2D38-8DA5-67B382184E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559507" y="491977"/>
            <a:ext cx="6976662" cy="369332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sz="2000">
                <a:solidFill>
                  <a:schemeClr val="bg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A7D8F35C-5D9D-BE22-F22C-69C636EC54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564C7A-2CDD-92C3-2E39-24A0B8D55C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Imagen 10" descr="Icono&#10;&#10;Descripción generada automáticamente">
            <a:extLst>
              <a:ext uri="{FF2B5EF4-FFF2-40B4-BE49-F238E27FC236}">
                <a16:creationId xmlns:a16="http://schemas.microsoft.com/office/drawing/2014/main" id="{D41E6603-BB4B-AD1B-E437-C8F7EA01EC7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3474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Gris Af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086FC29-B247-9161-90F0-FE0BE05F2D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7319A0-98EB-92DB-473B-1D51EFC357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9FE956-7C95-8A4F-8884-6541A8BC494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177B9329-B071-678E-2DD2-A291EB9159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721" y="6459055"/>
            <a:ext cx="361677" cy="210323"/>
          </a:xfrm>
          <a:prstGeom prst="rect">
            <a:avLst/>
          </a:prstGeom>
        </p:spPr>
      </p:pic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CDB81512-975E-050E-EB09-AA54B32B2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07" y="861309"/>
            <a:ext cx="6976662" cy="233602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5441C76F-B262-5D06-1F71-614FC27F42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9507" y="491977"/>
            <a:ext cx="6976662" cy="369332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sz="2000">
                <a:solidFill>
                  <a:schemeClr val="tx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7676778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 Azul profund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62DA893A-E08D-24FB-2D57-204948E03A0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9911" y="5109196"/>
            <a:ext cx="2177697" cy="1293504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Insertar logo</a:t>
            </a:r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2280635B-FB78-0336-0484-BEB496B0DC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506" y="873741"/>
            <a:ext cx="5473999" cy="1588127"/>
          </a:xfrm>
          <a:prstGeom prst="rect">
            <a:avLst/>
          </a:prstGeom>
        </p:spPr>
        <p:txBody>
          <a:bodyPr vert="horz" wrap="non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Haga clic para </a:t>
            </a:r>
            <a:br>
              <a:rPr lang="es-ES" dirty="0"/>
            </a:br>
            <a:r>
              <a:rPr lang="es-ES" dirty="0"/>
              <a:t>modificar el estilo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5EDEFD0-5691-EF26-D847-38DCC72C51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06" y="491977"/>
            <a:ext cx="6153351" cy="369332"/>
          </a:xfrm>
        </p:spPr>
        <p:txBody>
          <a:bodyPr wrap="none" anchor="t">
            <a:spAutoFit/>
          </a:bodyPr>
          <a:lstStyle>
            <a:lvl1pPr marL="0" indent="0">
              <a:lnSpc>
                <a:spcPct val="90000"/>
              </a:lnSpc>
              <a:buNone/>
              <a:defRPr sz="2000">
                <a:solidFill>
                  <a:schemeClr val="bg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8253147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 Azul Af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B35651E0-D96E-B570-92C2-28B7DCDF67C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9911" y="5109196"/>
            <a:ext cx="2177697" cy="1293504"/>
          </a:xfrm>
          <a:noFill/>
        </p:spPr>
        <p:txBody>
          <a:bodyPr/>
          <a:lstStyle/>
          <a:p>
            <a:r>
              <a:rPr lang="es-ES" dirty="0"/>
              <a:t>Insertar logo</a:t>
            </a:r>
          </a:p>
        </p:txBody>
      </p:sp>
      <p:sp>
        <p:nvSpPr>
          <p:cNvPr id="5" name="Marcador de título 1">
            <a:extLst>
              <a:ext uri="{FF2B5EF4-FFF2-40B4-BE49-F238E27FC236}">
                <a16:creationId xmlns:a16="http://schemas.microsoft.com/office/drawing/2014/main" id="{18A273A8-D8CE-EE89-FBAC-7B8DB8BC4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506" y="873741"/>
            <a:ext cx="5473999" cy="158812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Haga clic para </a:t>
            </a:r>
            <a:br>
              <a:rPr lang="es-ES" dirty="0"/>
            </a:br>
            <a:r>
              <a:rPr lang="es-ES" dirty="0"/>
              <a:t>modificar el estilo</a:t>
            </a:r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8EF47217-9290-86A7-79CA-1F9A80E20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06" y="491977"/>
            <a:ext cx="6153351" cy="369332"/>
          </a:xfr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buNone/>
              <a:defRPr sz="2000">
                <a:solidFill>
                  <a:schemeClr val="bg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71525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raportada Azul Af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945A0125-DEE8-7666-B7AF-8A64F29E2E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5E5D77E2-CF8F-5185-296C-30E29CC8C25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9911" y="5109196"/>
            <a:ext cx="2177697" cy="1293504"/>
          </a:xfrm>
          <a:noFill/>
        </p:spPr>
        <p:txBody>
          <a:bodyPr/>
          <a:lstStyle/>
          <a:p>
            <a:r>
              <a:rPr lang="es-ES" dirty="0"/>
              <a:t>Insertar logo</a:t>
            </a:r>
          </a:p>
        </p:txBody>
      </p:sp>
      <p:sp>
        <p:nvSpPr>
          <p:cNvPr id="6" name="Marcador de título 1">
            <a:extLst>
              <a:ext uri="{FF2B5EF4-FFF2-40B4-BE49-F238E27FC236}">
                <a16:creationId xmlns:a16="http://schemas.microsoft.com/office/drawing/2014/main" id="{E8A405FE-6C0F-D1B0-7A1D-6C39FA6FB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506" y="873741"/>
            <a:ext cx="5473999" cy="158812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Haga clic para </a:t>
            </a:r>
            <a:br>
              <a:rPr lang="es-ES" dirty="0"/>
            </a:br>
            <a:r>
              <a:rPr lang="es-ES" dirty="0"/>
              <a:t>modificar el estilo</a:t>
            </a:r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875067B7-57F8-0218-5C4F-04573561B0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06" y="491977"/>
            <a:ext cx="6153351" cy="369332"/>
          </a:xfr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buNone/>
              <a:defRPr sz="2000">
                <a:solidFill>
                  <a:schemeClr val="bg2"/>
                </a:solidFill>
              </a:defRPr>
            </a:lvl1pPr>
            <a:lvl2pPr marL="180975" indent="0">
              <a:buNone/>
              <a:defRPr/>
            </a:lvl2pPr>
            <a:lvl3pPr marL="355600" indent="0">
              <a:buNone/>
              <a:defRPr/>
            </a:lvl3pPr>
            <a:lvl4pPr marL="536575" indent="0">
              <a:buNone/>
              <a:defRPr/>
            </a:lvl4pPr>
            <a:lvl5pPr marL="71755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9278992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03_Portada (sólo logotipo Af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B14A1267-7F6C-8541-A82B-392D12A002F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44" y="-1819"/>
            <a:ext cx="6097099" cy="6858295"/>
          </a:xfrm>
          <a:prstGeom prst="rect">
            <a:avLst/>
          </a:prstGeom>
        </p:spPr>
      </p:pic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5298374" y="6289216"/>
            <a:ext cx="6558267" cy="432048"/>
          </a:xfrm>
          <a:prstGeom prst="rect">
            <a:avLst/>
          </a:prstGeom>
        </p:spPr>
        <p:txBody>
          <a:bodyPr vert="horz" wrap="square" lIns="0" tIns="0" anchor="t" anchorCtr="0"/>
          <a:lstStyle>
            <a:lvl1pPr marL="0" algn="r">
              <a:buNone/>
              <a:defRPr sz="1959" baseline="0">
                <a:solidFill>
                  <a:srgbClr val="000000"/>
                </a:solidFill>
                <a:latin typeface="Century Gothic" panose="020B0502020202020204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dirty="0"/>
              <a:t>Century Gothic 20 pt</a:t>
            </a:r>
          </a:p>
        </p:txBody>
      </p:sp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3082746" y="2348884"/>
            <a:ext cx="8773897" cy="1470025"/>
          </a:xfrm>
          <a:prstGeom prst="rect">
            <a:avLst/>
          </a:prstGeom>
        </p:spPr>
        <p:txBody>
          <a:bodyPr/>
          <a:lstStyle>
            <a:lvl1pPr algn="r">
              <a:defRPr sz="4308" b="1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/>
              <a:t>Century Gothic 44 pt Negrita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4766622" y="4149081"/>
            <a:ext cx="7099788" cy="648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350" baseline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  <a:lvl2pPr marL="413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6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9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29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79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92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059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Century Gothic 24 pt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7327673" y="286754"/>
            <a:ext cx="2052818" cy="11794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Logo cliente</a:t>
            </a:r>
          </a:p>
        </p:txBody>
      </p:sp>
    </p:spTree>
    <p:extLst>
      <p:ext uri="{BB962C8B-B14F-4D97-AF65-F5344CB8AC3E}">
        <p14:creationId xmlns:p14="http://schemas.microsoft.com/office/powerpoint/2010/main" val="61646840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ndice_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B14A1267-7F6C-8541-A82B-392D12A002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6577808" y="3590"/>
            <a:ext cx="5603331" cy="623754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C89BFBE-3304-ED42-AF83-77EDED05E1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8333" y="470111"/>
            <a:ext cx="6168614" cy="792088"/>
          </a:xfrm>
          <a:prstGeom prst="rect">
            <a:avLst/>
          </a:prstGeom>
        </p:spPr>
        <p:txBody>
          <a:bodyPr/>
          <a:lstStyle>
            <a:lvl1pPr algn="l">
              <a:defRPr sz="3629" b="1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40 </a:t>
            </a:r>
            <a:r>
              <a:rPr lang="en-US" dirty="0" err="1"/>
              <a:t>pt</a:t>
            </a:r>
            <a:r>
              <a:rPr lang="en-US" dirty="0"/>
              <a:t> </a:t>
            </a:r>
            <a:r>
              <a:rPr lang="en-US" dirty="0" err="1"/>
              <a:t>Negrita</a:t>
            </a:r>
            <a:br>
              <a:rPr lang="en-US" dirty="0"/>
            </a:b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29F4DB63-CA24-C84E-BB8D-D48B49D7E9D5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747844" y="1271550"/>
            <a:ext cx="6169105" cy="4965745"/>
          </a:xfrm>
          <a:prstGeom prst="rect">
            <a:avLst/>
          </a:prstGeom>
        </p:spPr>
        <p:txBody>
          <a:bodyPr/>
          <a:lstStyle>
            <a:lvl1pPr marL="328361" indent="-328361" algn="l">
              <a:lnSpc>
                <a:spcPct val="150000"/>
              </a:lnSpc>
              <a:buFont typeface="+mj-lt"/>
              <a:buAutoNum type="arabicPeriod"/>
              <a:defRPr sz="1814" baseline="0">
                <a:solidFill>
                  <a:srgbClr val="000000"/>
                </a:solidFill>
                <a:latin typeface="+mj-lt"/>
              </a:defRPr>
            </a:lvl1pPr>
            <a:lvl2pPr marL="646641" indent="-154100" algn="l">
              <a:lnSpc>
                <a:spcPct val="150000"/>
              </a:lnSpc>
              <a:buFont typeface="Arial" panose="020B0604020202020204" pitchFamily="34" charset="0"/>
              <a:buChar char="•"/>
              <a:defRPr sz="1814">
                <a:solidFill>
                  <a:srgbClr val="000000"/>
                </a:solidFill>
              </a:defRPr>
            </a:lvl2pPr>
            <a:lvl3pPr marL="464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97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297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62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94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270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5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Century Gothic 24 pt </a:t>
            </a:r>
          </a:p>
          <a:p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endParaRPr lang="es-ES" dirty="0"/>
          </a:p>
          <a:p>
            <a:pPr lvl="1"/>
            <a:r>
              <a:rPr lang="es-ES" dirty="0"/>
              <a:t>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endParaRPr lang="es-ES" dirty="0"/>
          </a:p>
          <a:p>
            <a:pPr lvl="1"/>
            <a:r>
              <a:rPr lang="es-ES" dirty="0"/>
              <a:t>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endParaRPr lang="es-ES" dirty="0"/>
          </a:p>
          <a:p>
            <a:pPr lvl="0"/>
            <a:r>
              <a:rPr lang="nb-NO" dirty="0"/>
              <a:t>Ut enim ad minim veniam</a:t>
            </a:r>
          </a:p>
          <a:p>
            <a:pPr lvl="1"/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</a:p>
          <a:p>
            <a:pPr lvl="1"/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</a:p>
          <a:p>
            <a:pPr lvl="1"/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aute</a:t>
            </a:r>
            <a:r>
              <a:rPr lang="es-ES" dirty="0"/>
              <a:t> </a:t>
            </a:r>
            <a:r>
              <a:rPr lang="es-ES" dirty="0" err="1"/>
              <a:t>irure</a:t>
            </a:r>
            <a:r>
              <a:rPr lang="es-ES" dirty="0"/>
              <a:t> dolor</a:t>
            </a:r>
          </a:p>
          <a:p>
            <a:pPr lvl="0"/>
            <a:r>
              <a:rPr lang="de-DE" dirty="0"/>
              <a:t>In reprehenderit in voluptate velit esse</a:t>
            </a:r>
          </a:p>
          <a:p>
            <a:pPr lvl="0"/>
            <a:r>
              <a:rPr lang="it-IT" dirty="0"/>
              <a:t>Cillum dolore eu fugiat nulla pariatur</a:t>
            </a:r>
            <a:endParaRPr lang="es-E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DF487C-5CE2-40D7-BFFA-2B30F2AE22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9336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  <p15:guide id="2" pos="465">
          <p15:clr>
            <a:srgbClr val="FBAE40"/>
          </p15:clr>
        </p15:guide>
        <p15:guide id="3" pos="382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exto2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0B1A706F-95CA-F047-BFF9-45DECAAE28B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6009" y="206104"/>
            <a:ext cx="10256127" cy="576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38" b="1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  <a:lvl2pPr marL="232437" indent="0">
              <a:buFont typeface="Arial" panose="020B0604020202020204" pitchFamily="34" charset="0"/>
              <a:buNone/>
              <a:defRPr sz="2938" b="1" baseline="0">
                <a:latin typeface="Century Gothic" panose="020B0502020202020204" pitchFamily="34" charset="0"/>
              </a:defRPr>
            </a:lvl2pPr>
            <a:lvl3pPr>
              <a:defRPr sz="2938">
                <a:latin typeface="Century Gothic" panose="020B0502020202020204" pitchFamily="34" charset="0"/>
              </a:defRPr>
            </a:lvl3pPr>
            <a:lvl4pPr>
              <a:defRPr sz="2938">
                <a:latin typeface="Century Gothic" panose="020B0502020202020204" pitchFamily="34" charset="0"/>
              </a:defRPr>
            </a:lvl4pPr>
            <a:lvl5pPr>
              <a:defRPr sz="2938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Century Gothic 30pt </a:t>
            </a:r>
            <a:r>
              <a:rPr lang="en-US" dirty="0" err="1"/>
              <a:t>Negrita</a:t>
            </a:r>
            <a:endParaRPr lang="en-US" dirty="0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17568780-DD9D-F941-BDB5-2A2C795B07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6009" y="915857"/>
            <a:ext cx="10256128" cy="3529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>
              <a:defRPr sz="1763" b="1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Century Gothic 18 </a:t>
            </a:r>
            <a:r>
              <a:rPr lang="en-US" dirty="0" err="1"/>
              <a:t>pt</a:t>
            </a:r>
            <a:r>
              <a:rPr lang="en-US" dirty="0"/>
              <a:t> </a:t>
            </a:r>
            <a:r>
              <a:rPr lang="en-US" dirty="0" err="1"/>
              <a:t>Negrita</a:t>
            </a:r>
            <a:br>
              <a:rPr lang="en-US" dirty="0"/>
            </a:b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71C9012-C72E-7E4F-ABE4-F4441C8598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6006" y="4912020"/>
            <a:ext cx="11392881" cy="933981"/>
          </a:xfrm>
          <a:prstGeom prst="rect">
            <a:avLst/>
          </a:prstGeom>
        </p:spPr>
        <p:txBody>
          <a:bodyPr numCol="1"/>
          <a:lstStyle>
            <a:lvl1pPr marL="54906" indent="0">
              <a:buNone/>
              <a:defRPr sz="1270" b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  <a:lvl2pPr marL="232438" indent="0">
              <a:buNone/>
              <a:defRPr sz="712"/>
            </a:lvl2pPr>
            <a:lvl3pPr marL="464876" indent="0">
              <a:buNone/>
              <a:defRPr sz="712"/>
            </a:lvl3pPr>
            <a:lvl4pPr marL="697314" indent="0">
              <a:buNone/>
              <a:defRPr sz="712"/>
            </a:lvl4pPr>
            <a:lvl5pPr marL="929752" indent="0">
              <a:buNone/>
              <a:defRPr sz="712"/>
            </a:lvl5pPr>
          </a:lstStyle>
          <a:p>
            <a:pPr lvl="0"/>
            <a:r>
              <a:rPr lang="en-US" dirty="0"/>
              <a:t>Century Gothic 14 </a:t>
            </a:r>
            <a:r>
              <a:rPr lang="en-US" dirty="0" err="1"/>
              <a:t>pt</a:t>
            </a:r>
            <a:br>
              <a:rPr lang="en-US" dirty="0"/>
            </a:br>
            <a:endParaRPr lang="en-US" dirty="0"/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27" hasCustomPrompt="1"/>
          </p:nvPr>
        </p:nvSpPr>
        <p:spPr>
          <a:xfrm>
            <a:off x="356006" y="1508481"/>
            <a:ext cx="4918878" cy="327220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127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Century Gothic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6126094" y="1493656"/>
            <a:ext cx="5324441" cy="3300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7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Century Gothic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29" hasCustomPrompt="1"/>
          </p:nvPr>
        </p:nvSpPr>
        <p:spPr>
          <a:xfrm>
            <a:off x="10712514" y="241030"/>
            <a:ext cx="1036373" cy="1027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baseline="0"/>
            </a:lvl1pPr>
          </a:lstStyle>
          <a:p>
            <a:pPr lvl="0"/>
            <a:r>
              <a:rPr lang="en-US" dirty="0" err="1"/>
              <a:t>Grafismo</a:t>
            </a:r>
            <a:r>
              <a:rPr lang="en-US" dirty="0"/>
              <a:t> de </a:t>
            </a:r>
            <a:r>
              <a:rPr lang="en-US" dirty="0" err="1"/>
              <a:t>sección</a:t>
            </a:r>
            <a:r>
              <a:rPr lang="en-US" dirty="0"/>
              <a:t> de </a:t>
            </a:r>
            <a:r>
              <a:rPr lang="en-US" dirty="0" err="1"/>
              <a:t>documento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FDF487C-5CE2-40D7-BFFA-2B30F2AE22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2661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  <p15:guide id="2" pos="2913">
          <p15:clr>
            <a:srgbClr val="FBAE40"/>
          </p15:clr>
        </p15:guide>
        <p15:guide id="3" orient="horz" pos="4331">
          <p15:clr>
            <a:srgbClr val="FBAE40"/>
          </p15:clr>
        </p15:guide>
        <p15:guide id="4" pos="194">
          <p15:clr>
            <a:srgbClr val="FBAE40"/>
          </p15:clr>
        </p15:guide>
        <p15:guide id="5" pos="275">
          <p15:clr>
            <a:srgbClr val="FBAE40"/>
          </p15:clr>
        </p15:guide>
        <p15:guide id="6" pos="6271">
          <p15:clr>
            <a:srgbClr val="FBAE40"/>
          </p15:clr>
        </p15:guide>
        <p15:guide id="7" pos="6407">
          <p15:clr>
            <a:srgbClr val="FBAE40"/>
          </p15:clr>
        </p15:guide>
        <p15:guide id="8" pos="3368">
          <p15:clr>
            <a:srgbClr val="FBAE40"/>
          </p15:clr>
        </p15:guide>
        <p15:guide id="9" orient="horz" pos="2381">
          <p15:clr>
            <a:srgbClr val="FBAE40"/>
          </p15:clr>
        </p15:guide>
        <p15:guide id="10" orient="horz" pos="455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D7C70AE-0ED6-6637-9FA3-E56AFC056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88988"/>
            <a:ext cx="11160713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74FFB3-F30C-35F3-93F6-1FA3D1646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411047"/>
            <a:ext cx="11160713" cy="1274067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E624525-42D3-E228-647C-E64C0D0424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1851" y="6442610"/>
            <a:ext cx="4114800" cy="2497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s-ES"/>
              <a:t>Riesgo de mercado y contrapartida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8CB139C-680A-5A92-3185-D60460373F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6651" y="6439995"/>
            <a:ext cx="420049" cy="2523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E19FE956-7C95-8A4F-8884-6541A8BC494A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29406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837" r:id="rId2"/>
    <p:sldLayoutId id="2147483778" r:id="rId3"/>
    <p:sldLayoutId id="2147483779" r:id="rId4"/>
    <p:sldLayoutId id="2147483737" r:id="rId5"/>
    <p:sldLayoutId id="2147483839" r:id="rId6"/>
    <p:sldLayoutId id="2147483838" r:id="rId7"/>
    <p:sldLayoutId id="2147483802" r:id="rId8"/>
    <p:sldLayoutId id="2147483803" r:id="rId9"/>
    <p:sldLayoutId id="2147483867" r:id="rId10"/>
    <p:sldLayoutId id="2147483868" r:id="rId11"/>
    <p:sldLayoutId id="2147483805" r:id="rId12"/>
    <p:sldLayoutId id="2147483879" r:id="rId13"/>
    <p:sldLayoutId id="2147483811" r:id="rId14"/>
    <p:sldLayoutId id="2147483812" r:id="rId15"/>
    <p:sldLayoutId id="2147483813" r:id="rId16"/>
    <p:sldLayoutId id="2147483814" r:id="rId17"/>
    <p:sldLayoutId id="2147483815" r:id="rId18"/>
    <p:sldLayoutId id="2147483816" r:id="rId19"/>
    <p:sldLayoutId id="2147483808" r:id="rId20"/>
    <p:sldLayoutId id="2147483880" r:id="rId21"/>
    <p:sldLayoutId id="2147483822" r:id="rId22"/>
    <p:sldLayoutId id="2147483806" r:id="rId23"/>
    <p:sldLayoutId id="2147483843" r:id="rId24"/>
    <p:sldLayoutId id="2147483842" r:id="rId25"/>
    <p:sldLayoutId id="2147483840" r:id="rId26"/>
    <p:sldLayoutId id="2147483841" r:id="rId27"/>
    <p:sldLayoutId id="2147483865" r:id="rId28"/>
    <p:sldLayoutId id="2147483866" r:id="rId29"/>
    <p:sldLayoutId id="2147483849" r:id="rId30"/>
    <p:sldLayoutId id="2147483850" r:id="rId31"/>
    <p:sldLayoutId id="2147483861" r:id="rId32"/>
    <p:sldLayoutId id="2147483862" r:id="rId33"/>
    <p:sldLayoutId id="2147483863" r:id="rId34"/>
    <p:sldLayoutId id="2147483874" r:id="rId35"/>
    <p:sldLayoutId id="2147483864" r:id="rId36"/>
    <p:sldLayoutId id="2147483875" r:id="rId37"/>
    <p:sldLayoutId id="2147483873" r:id="rId38"/>
    <p:sldLayoutId id="2147483846" r:id="rId39"/>
    <p:sldLayoutId id="2147483848" r:id="rId40"/>
    <p:sldLayoutId id="2147483854" r:id="rId41"/>
    <p:sldLayoutId id="2147483851" r:id="rId42"/>
    <p:sldLayoutId id="2147483852" r:id="rId43"/>
    <p:sldLayoutId id="2147483853" r:id="rId44"/>
    <p:sldLayoutId id="2147483872" r:id="rId45"/>
    <p:sldLayoutId id="2147483819" r:id="rId46"/>
    <p:sldLayoutId id="2147483881" r:id="rId47"/>
    <p:sldLayoutId id="2147483882" r:id="rId48"/>
    <p:sldLayoutId id="2147483821" r:id="rId49"/>
    <p:sldLayoutId id="2147483820" r:id="rId50"/>
    <p:sldLayoutId id="2147483824" r:id="rId51"/>
    <p:sldLayoutId id="2147483845" r:id="rId52"/>
    <p:sldLayoutId id="2147483825" r:id="rId53"/>
    <p:sldLayoutId id="2147483829" r:id="rId54"/>
    <p:sldLayoutId id="2147483830" r:id="rId55"/>
    <p:sldLayoutId id="2147483844" r:id="rId56"/>
    <p:sldLayoutId id="2147483826" r:id="rId57"/>
    <p:sldLayoutId id="2147483827" r:id="rId58"/>
    <p:sldLayoutId id="2147483828" r:id="rId59"/>
    <p:sldLayoutId id="2147483784" r:id="rId60"/>
    <p:sldLayoutId id="2147483792" r:id="rId61"/>
    <p:sldLayoutId id="2147483787" r:id="rId62"/>
    <p:sldLayoutId id="2147483793" r:id="rId63"/>
    <p:sldLayoutId id="2147483796" r:id="rId64"/>
    <p:sldLayoutId id="2147483794" r:id="rId65"/>
    <p:sldLayoutId id="2147483871" r:id="rId66"/>
    <p:sldLayoutId id="2147483856" r:id="rId67"/>
    <p:sldLayoutId id="2147483795" r:id="rId68"/>
    <p:sldLayoutId id="2147483770" r:id="rId69"/>
    <p:sldLayoutId id="2147483771" r:id="rId70"/>
    <p:sldLayoutId id="2147483855" r:id="rId71"/>
    <p:sldLayoutId id="2147483859" r:id="rId72"/>
    <p:sldLayoutId id="2147483860" r:id="rId73"/>
    <p:sldLayoutId id="2147483870" r:id="rId74"/>
    <p:sldLayoutId id="2147483883" r:id="rId75"/>
    <p:sldLayoutId id="2147483884" r:id="rId76"/>
    <p:sldLayoutId id="2147483885" r:id="rId7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Amasis MT Pro" panose="02040504050005020304" pitchFamily="18" charset="77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13000"/>
        </a:lnSpc>
        <a:spcBef>
          <a:spcPts val="0"/>
        </a:spcBef>
        <a:spcAft>
          <a:spcPts val="250"/>
        </a:spcAft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Amasis MT Pro" panose="02040504050005020304" pitchFamily="18" charset="77"/>
          <a:ea typeface="+mn-ea"/>
          <a:cs typeface="+mn-cs"/>
        </a:defRPr>
      </a:lvl1pPr>
      <a:lvl2pPr marL="355600" indent="-174625" algn="l" defTabSz="914400" rtl="0" eaLnBrk="1" latinLnBrk="0" hangingPunct="1">
        <a:lnSpc>
          <a:spcPct val="113000"/>
        </a:lnSpc>
        <a:spcBef>
          <a:spcPts val="0"/>
        </a:spcBef>
        <a:spcAft>
          <a:spcPts val="250"/>
        </a:spcAft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Amasis MT Pro" panose="02040504050005020304" pitchFamily="18" charset="77"/>
          <a:ea typeface="+mn-ea"/>
          <a:cs typeface="+mn-cs"/>
        </a:defRPr>
      </a:lvl2pPr>
      <a:lvl3pPr marL="536575" indent="-180975" algn="l" defTabSz="914400" rtl="0" eaLnBrk="1" latinLnBrk="0" hangingPunct="1">
        <a:lnSpc>
          <a:spcPct val="113000"/>
        </a:lnSpc>
        <a:spcBef>
          <a:spcPts val="0"/>
        </a:spcBef>
        <a:spcAft>
          <a:spcPts val="250"/>
        </a:spcAft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Amasis MT Pro" panose="02040504050005020304" pitchFamily="18" charset="77"/>
          <a:ea typeface="+mn-ea"/>
          <a:cs typeface="+mn-cs"/>
        </a:defRPr>
      </a:lvl3pPr>
      <a:lvl4pPr marL="711200" indent="-174625" algn="l" defTabSz="914400" rtl="0" eaLnBrk="1" latinLnBrk="0" hangingPunct="1">
        <a:lnSpc>
          <a:spcPct val="113000"/>
        </a:lnSpc>
        <a:spcBef>
          <a:spcPts val="0"/>
        </a:spcBef>
        <a:spcAft>
          <a:spcPts val="250"/>
        </a:spcAft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Amasis MT Pro" panose="02040504050005020304" pitchFamily="18" charset="77"/>
          <a:ea typeface="+mn-ea"/>
          <a:cs typeface="+mn-cs"/>
        </a:defRPr>
      </a:lvl4pPr>
      <a:lvl5pPr marL="892175" indent="-174625" algn="l" defTabSz="914400" rtl="0" eaLnBrk="1" latinLnBrk="0" hangingPunct="1">
        <a:lnSpc>
          <a:spcPct val="113000"/>
        </a:lnSpc>
        <a:spcBef>
          <a:spcPts val="0"/>
        </a:spcBef>
        <a:spcAft>
          <a:spcPts val="250"/>
        </a:spcAft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Amasis MT Pro" panose="02040504050005020304" pitchFamily="18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4050" userDrawn="1">
          <p15:clr>
            <a:srgbClr val="F26B43"/>
          </p15:clr>
        </p15:guide>
        <p15:guide id="4" orient="horz" pos="300" userDrawn="1">
          <p15:clr>
            <a:srgbClr val="F26B43"/>
          </p15:clr>
        </p15:guide>
        <p15:guide id="5" orient="horz" pos="4224" userDrawn="1">
          <p15:clr>
            <a:srgbClr val="F26B43"/>
          </p15:clr>
        </p15:guide>
        <p15:guide id="6" pos="325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497" userDrawn="1">
          <p15:clr>
            <a:srgbClr val="F26B43"/>
          </p15:clr>
        </p15:guide>
        <p15:guide id="9" pos="6410" userDrawn="1">
          <p15:clr>
            <a:srgbClr val="5ACBF0"/>
          </p15:clr>
        </p15:guide>
        <p15:guide id="10" userDrawn="1">
          <p15:clr>
            <a:srgbClr val="F26B43"/>
          </p15:clr>
        </p15:guide>
        <p15:guide id="11" orient="horz" pos="799" userDrawn="1">
          <p15:clr>
            <a:srgbClr val="F26B43"/>
          </p15:clr>
        </p15:guide>
        <p15:guide id="12" orient="horz" pos="724" userDrawn="1">
          <p15:clr>
            <a:srgbClr val="5ACBF0"/>
          </p15:clr>
        </p15:guide>
        <p15:guide id="13" orient="horz" pos="1442" userDrawn="1">
          <p15:clr>
            <a:srgbClr val="5ACBF0"/>
          </p15:clr>
        </p15:guide>
        <p15:guide id="14" orient="horz" pos="2160" userDrawn="1">
          <p15:clr>
            <a:srgbClr val="5ACBF0"/>
          </p15:clr>
        </p15:guide>
        <p15:guide id="15" orient="horz" pos="2878" userDrawn="1">
          <p15:clr>
            <a:srgbClr val="5ACBF0"/>
          </p15:clr>
        </p15:guide>
        <p15:guide id="16" orient="horz" pos="3596" userDrawn="1">
          <p15:clr>
            <a:srgbClr val="5ACBF0"/>
          </p15:clr>
        </p15:guide>
        <p15:guide id="17" pos="5125" userDrawn="1">
          <p15:clr>
            <a:srgbClr val="5ACBF0"/>
          </p15:clr>
        </p15:guide>
        <p15:guide id="18" pos="2555" userDrawn="1">
          <p15:clr>
            <a:srgbClr val="5ACBF0"/>
          </p15:clr>
        </p15:guide>
        <p15:guide id="19" pos="1270" userDrawn="1">
          <p15:clr>
            <a:srgbClr val="5ACBF0"/>
          </p15:clr>
        </p15:guide>
        <p15:guide id="20" orient="horz" pos="87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082746" y="2545511"/>
            <a:ext cx="8773897" cy="1076770"/>
          </a:xfrm>
        </p:spPr>
        <p:txBody>
          <a:bodyPr/>
          <a:lstStyle/>
          <a:p>
            <a:r>
              <a:rPr lang="es-ES" dirty="0">
                <a:solidFill>
                  <a:schemeClr val="tx2"/>
                </a:solidFill>
                <a:latin typeface="+mj-lt"/>
              </a:rPr>
              <a:t>Modelización Black</a:t>
            </a:r>
            <a:br>
              <a:rPr lang="es-ES" dirty="0">
                <a:latin typeface="+mj-lt"/>
              </a:rPr>
            </a:br>
            <a:r>
              <a:rPr lang="es-ES" sz="2800" b="0" i="1" dirty="0">
                <a:latin typeface="+mj-lt"/>
              </a:rPr>
              <a:t>Ejercicio 3</a:t>
            </a:r>
            <a:endParaRPr lang="en-US" dirty="0">
              <a:latin typeface="+mj-lt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>
          <a:xfrm>
            <a:off x="4766622" y="4149080"/>
            <a:ext cx="7099788" cy="470835"/>
          </a:xfrm>
        </p:spPr>
        <p:txBody>
          <a:bodyPr/>
          <a:lstStyle/>
          <a:p>
            <a:r>
              <a:rPr lang="es-ES" dirty="0">
                <a:latin typeface="+mj-lt"/>
              </a:rPr>
              <a:t>Nombre(s):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3890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594811" y="2786411"/>
            <a:ext cx="6971441" cy="594971"/>
          </a:xfrm>
        </p:spPr>
        <p:txBody>
          <a:bodyPr/>
          <a:lstStyle/>
          <a:p>
            <a:r>
              <a:rPr lang="es-ES" dirty="0">
                <a:solidFill>
                  <a:schemeClr val="tx2"/>
                </a:solidFill>
                <a:latin typeface="+mj-lt"/>
              </a:rPr>
              <a:t>Opciones </a:t>
            </a:r>
            <a:r>
              <a:rPr lang="es-ES" dirty="0" err="1">
                <a:solidFill>
                  <a:schemeClr val="tx2"/>
                </a:solidFill>
                <a:latin typeface="+mj-lt"/>
              </a:rPr>
              <a:t>Quanto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384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Objetivo</a:t>
            </a:r>
          </a:p>
        </p:txBody>
      </p:sp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2528449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Construir un modelo para valorar forwards y opciones (usuales y </a:t>
                </a:r>
                <a:r>
                  <a:rPr lang="es-ES" sz="1600" b="1" dirty="0" err="1">
                    <a:solidFill>
                      <a:schemeClr val="tx1"/>
                    </a:solidFill>
                  </a:rPr>
                  <a:t>quanto</a:t>
                </a:r>
                <a:r>
                  <a:rPr lang="es-ES" sz="1600" dirty="0">
                    <a:solidFill>
                      <a:schemeClr val="tx1"/>
                    </a:solidFill>
                  </a:rPr>
                  <a:t>) sobre una </a:t>
                </a:r>
                <a:r>
                  <a:rPr lang="es-ES" sz="1600" dirty="0">
                    <a:solidFill>
                      <a:schemeClr val="tx2"/>
                    </a:solidFill>
                  </a:rPr>
                  <a:t>acción cotizada en dólares</a:t>
                </a:r>
                <a:r>
                  <a:rPr lang="es-ES" sz="1600" dirty="0">
                    <a:solidFill>
                      <a:schemeClr val="tx1"/>
                    </a:solidFill>
                  </a:rPr>
                  <a:t>. La cotización en dólares en tiempo </a:t>
                </a:r>
                <a14:m>
                  <m:oMath xmlns:m="http://schemas.openxmlformats.org/officeDocument/2006/math">
                    <m:r>
                      <a:rPr lang="es-E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se denotará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285750" indent="-285750">
                  <a:buClr>
                    <a:schemeClr val="accent4"/>
                  </a:buClr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tx1"/>
                    </a:solidFill>
                  </a:rPr>
                  <a:t>El vencimiento de todos los instrumentos es </a:t>
                </a:r>
                <a14:m>
                  <m:oMath xmlns:m="http://schemas.openxmlformats.org/officeDocument/2006/math">
                    <m:r>
                      <a:rPr lang="es-E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años.</a:t>
                </a:r>
              </a:p>
              <a:p>
                <a:pPr marL="285750" indent="-285750">
                  <a:buClr>
                    <a:schemeClr val="accent4"/>
                  </a:buClr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tx1"/>
                    </a:solidFill>
                  </a:rPr>
                  <a:t>La cotización actual 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dólares.</a:t>
                </a:r>
              </a:p>
              <a:p>
                <a:pPr marL="285750" indent="-285750">
                  <a:buClr>
                    <a:schemeClr val="accent4"/>
                  </a:buClr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tx1"/>
                    </a:solidFill>
                  </a:rPr>
                  <a:t>La tasa (continua) de dividendos estimada es </a:t>
                </a:r>
                <a14:m>
                  <m:oMath xmlns:m="http://schemas.openxmlformats.org/officeDocument/2006/math">
                    <m:r>
                      <a:rPr lang="es-E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285750" indent="-285750">
                  <a:buClr>
                    <a:schemeClr val="accent4"/>
                  </a:buClr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tx1"/>
                    </a:solidFill>
                  </a:rPr>
                  <a:t>La volatilidad cotizada 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285750" indent="-285750">
                  <a:buClr>
                    <a:srgbClr val="D84519"/>
                  </a:buClr>
                  <a:buFont typeface="Arial" panose="020B0604020202020204" pitchFamily="34" charset="0"/>
                  <a:buChar char="•"/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El </a:t>
                </a:r>
                <a:r>
                  <a:rPr lang="es-ES" sz="1600" b="1" dirty="0">
                    <a:solidFill>
                      <a:schemeClr val="tx1"/>
                    </a:solidFill>
                  </a:rPr>
                  <a:t>punto de vista </a:t>
                </a:r>
                <a:r>
                  <a:rPr lang="es-ES" sz="1600" dirty="0">
                    <a:solidFill>
                      <a:schemeClr val="tx1"/>
                    </a:solidFill>
                  </a:rPr>
                  <a:t>para valoración, replicación, cobertura, etc., será siempre el de un inversor en </a:t>
                </a:r>
                <a:r>
                  <a:rPr lang="es-ES" sz="1600" b="1" dirty="0">
                    <a:solidFill>
                      <a:schemeClr val="tx1"/>
                    </a:solidFill>
                  </a:rPr>
                  <a:t>euros</a:t>
                </a:r>
                <a:r>
                  <a:rPr lang="es-ES" sz="1600" dirty="0">
                    <a:solidFill>
                      <a:schemeClr val="tx1"/>
                    </a:solidFill>
                  </a:rPr>
                  <a:t>.</a:t>
                </a: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2528449"/>
              </a:xfrm>
              <a:blipFill>
                <a:blip r:embed="rId2"/>
                <a:stretch>
                  <a:fillRect l="-360" t="-241" r="-300" b="-2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007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Instrumentos que queremos valorar a mercado</a:t>
            </a:r>
          </a:p>
        </p:txBody>
      </p:sp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Este es el forward usual (en dólares). El instrumento paga al inversor:</a:t>
                </a:r>
              </a:p>
              <a:p>
                <a:pPr>
                  <a:buClr>
                    <a:srgbClr val="D84519"/>
                  </a:buClr>
                </a:pPr>
                <a:endParaRPr lang="es-ES" sz="8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s-ES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m:rPr>
                          <m:nor/>
                        </m:rPr>
                        <a:rPr lang="es-ES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lares</m:t>
                      </m:r>
                    </m:oMath>
                  </m:oMathPara>
                </a14:m>
                <a:endParaRPr lang="es-ES" sz="1600" b="1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:endParaRPr lang="es-ES" sz="8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Es decir, con un strike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=130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s-ES" sz="1600" b="1" dirty="0">
                    <a:solidFill>
                      <a:schemeClr val="tx1"/>
                    </a:solidFill>
                    <a:latin typeface="+mj-lt"/>
                  </a:rPr>
                  <a:t>dólares</a:t>
                </a: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,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fuera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dólares, el inversor recibiría 5 dólares; y si fuera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pagaría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s-ES" sz="1600" b="1" dirty="0">
                    <a:solidFill>
                      <a:schemeClr val="tx1"/>
                    </a:solidFill>
                    <a:latin typeface="+mj-lt"/>
                  </a:rPr>
                  <a:t>dólares</a:t>
                </a: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.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Este </a:t>
                </a:r>
                <a:r>
                  <a:rPr lang="es-ES" sz="1600" b="1" dirty="0">
                    <a:solidFill>
                      <a:schemeClr val="tx1"/>
                    </a:solidFill>
                    <a:latin typeface="+mj-lt"/>
                  </a:rPr>
                  <a:t>no </a:t>
                </a: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es el forward usual. El instrumento paga al inversor</a:t>
                </a:r>
              </a:p>
              <a:p>
                <a:pPr>
                  <a:buClr>
                    <a:srgbClr val="D84519"/>
                  </a:buClr>
                </a:pPr>
                <a:endParaRPr lang="es-ES" sz="8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euros</m:t>
                      </m:r>
                    </m:oMath>
                  </m:oMathPara>
                </a14:m>
                <a:endParaRPr lang="es-ES" sz="1600" b="1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:endParaRPr lang="es-ES" sz="8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Digamos, de nuevo, que el strike es </a:t>
                </a:r>
                <a14:m>
                  <m:oMath xmlns:m="http://schemas.openxmlformats.org/officeDocument/2006/math">
                    <m:r>
                      <a:rPr lang="es-E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=130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dólares. Entonces,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fuera </a:t>
                </a:r>
                <a14:m>
                  <m:oMath xmlns:m="http://schemas.openxmlformats.org/officeDocument/2006/math">
                    <m:r>
                      <a:rPr lang="es-E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dólares</a:t>
                </a: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, el inversor recibiría 5 ¡</a:t>
                </a:r>
                <a:r>
                  <a:rPr lang="es-ES" sz="1600" b="1" dirty="0">
                    <a:solidFill>
                      <a:schemeClr val="tx1"/>
                    </a:solidFill>
                    <a:latin typeface="+mj-lt"/>
                  </a:rPr>
                  <a:t>euros</a:t>
                </a: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!, y si fuera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E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=125 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dólares, el inversor pagaría 5 ¡</a:t>
                </a:r>
                <a:r>
                  <a:rPr lang="es-ES" sz="1600" b="1" dirty="0">
                    <a:solidFill>
                      <a:schemeClr val="tx1"/>
                    </a:solidFill>
                    <a:latin typeface="+mj-lt"/>
                  </a:rPr>
                  <a:t>euros</a:t>
                </a: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!</a:t>
                </a: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  <a:blipFill>
                <a:blip r:embed="rId2"/>
                <a:stretch>
                  <a:fillRect l="-360" t="-426" r="-3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4</a:t>
            </a:fld>
            <a:endParaRPr lang="en-GB"/>
          </a:p>
        </p:txBody>
      </p:sp>
      <p:sp>
        <p:nvSpPr>
          <p:cNvPr id="2" name="Rectangle 1"/>
          <p:cNvSpPr/>
          <p:nvPr/>
        </p:nvSpPr>
        <p:spPr bwMode="auto">
          <a:xfrm>
            <a:off x="144379" y="1670011"/>
            <a:ext cx="604421" cy="46800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rPr>
              <a:t>F</a:t>
            </a:r>
            <a:endParaRPr kumimoji="0" lang="en-GB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44379" y="3312103"/>
            <a:ext cx="695037" cy="46800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rPr>
              <a:t>FQ</a:t>
            </a:r>
            <a:endParaRPr kumimoji="0" lang="en-GB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771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Instrumentos que queremos valorar a mercado</a:t>
            </a:r>
          </a:p>
        </p:txBody>
      </p:sp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Esta es la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call</a:t>
                </a:r>
                <a:r>
                  <a:rPr lang="es-ES" sz="1600" dirty="0">
                    <a:solidFill>
                      <a:schemeClr val="tx1"/>
                    </a:solidFill>
                  </a:rPr>
                  <a:t> usual (en dólares). El instrumento paga al inversor:</a:t>
                </a:r>
              </a:p>
              <a:p>
                <a:pPr>
                  <a:buClr>
                    <a:srgbClr val="D84519"/>
                  </a:buClr>
                </a:pPr>
                <a:endParaRPr lang="es-ES" sz="8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  <m:sup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s-ES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ó</m:t>
                      </m:r>
                      <m:r>
                        <m:rPr>
                          <m:nor/>
                        </m:rPr>
                        <a:rPr lang="es-ES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lares</m:t>
                      </m:r>
                    </m:oMath>
                  </m:oMathPara>
                </a14:m>
                <a:endParaRPr lang="es-ES" sz="1600" b="1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:endParaRPr lang="es-ES" sz="8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Es decir, con un strike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=130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s-ES" sz="1600" b="1" dirty="0">
                    <a:solidFill>
                      <a:schemeClr val="tx1"/>
                    </a:solidFill>
                    <a:latin typeface="+mj-lt"/>
                  </a:rPr>
                  <a:t>dólares</a:t>
                </a: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,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fuera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dólares, el inversor recibiría 5 dólares; y si fuera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el inversor recibe 0 </a:t>
                </a:r>
                <a:r>
                  <a:rPr lang="es-ES" sz="1600" b="1" dirty="0">
                    <a:solidFill>
                      <a:schemeClr val="tx1"/>
                    </a:solidFill>
                    <a:latin typeface="+mj-lt"/>
                  </a:rPr>
                  <a:t>dólares</a:t>
                </a: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.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Esta </a:t>
                </a:r>
                <a:r>
                  <a:rPr lang="es-ES" sz="1600" b="1" dirty="0">
                    <a:solidFill>
                      <a:schemeClr val="tx1"/>
                    </a:solidFill>
                    <a:latin typeface="+mj-lt"/>
                  </a:rPr>
                  <a:t>no </a:t>
                </a: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es la </a:t>
                </a:r>
                <a:r>
                  <a:rPr lang="es-ES" sz="1600" dirty="0" err="1">
                    <a:solidFill>
                      <a:schemeClr val="tx1"/>
                    </a:solidFill>
                    <a:latin typeface="+mj-lt"/>
                  </a:rPr>
                  <a:t>call</a:t>
                </a: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usual. El instrumento paga al inversor</a:t>
                </a:r>
              </a:p>
              <a:p>
                <a:pPr>
                  <a:buClr>
                    <a:srgbClr val="D84519"/>
                  </a:buClr>
                </a:pPr>
                <a:endParaRPr lang="es-ES" sz="8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  <m:sup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ES" sz="16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euros</m:t>
                      </m:r>
                    </m:oMath>
                  </m:oMathPara>
                </a14:m>
                <a:endParaRPr lang="es-ES" sz="1600" b="1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:endParaRPr lang="es-ES" sz="8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Digamos, de nuevo, que el strike es </a:t>
                </a:r>
                <a14:m>
                  <m:oMath xmlns:m="http://schemas.openxmlformats.org/officeDocument/2006/math">
                    <m:r>
                      <a:rPr lang="es-E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=130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dólares. Entonces,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fuera </a:t>
                </a:r>
                <a14:m>
                  <m:oMath xmlns:m="http://schemas.openxmlformats.org/officeDocument/2006/math">
                    <m:r>
                      <a:rPr lang="es-E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dólares</a:t>
                </a: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, el inversor recibiría 5 ¡</a:t>
                </a:r>
                <a:r>
                  <a:rPr lang="es-ES" sz="1600" b="1" dirty="0">
                    <a:solidFill>
                      <a:schemeClr val="tx1"/>
                    </a:solidFill>
                    <a:latin typeface="+mj-lt"/>
                  </a:rPr>
                  <a:t>euros</a:t>
                </a: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!, y si fuera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E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=125 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dólares, el </a:t>
                </a:r>
                <a:r>
                  <a:rPr lang="es-ES" sz="1600" dirty="0">
                    <a:solidFill>
                      <a:schemeClr val="tx1"/>
                    </a:solidFill>
                  </a:rPr>
                  <a:t>inversor recibe 0 </a:t>
                </a:r>
                <a:r>
                  <a:rPr lang="es-ES" sz="1600" b="1" dirty="0">
                    <a:solidFill>
                      <a:schemeClr val="tx1"/>
                    </a:solidFill>
                  </a:rPr>
                  <a:t>euros</a:t>
                </a: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  <a:blipFill>
                <a:blip r:embed="rId2"/>
                <a:stretch>
                  <a:fillRect l="-360" t="-426" r="-3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5</a:t>
            </a:fld>
            <a:endParaRPr lang="en-GB"/>
          </a:p>
        </p:txBody>
      </p:sp>
      <p:sp>
        <p:nvSpPr>
          <p:cNvPr id="2" name="Rectangle 1"/>
          <p:cNvSpPr/>
          <p:nvPr/>
        </p:nvSpPr>
        <p:spPr bwMode="auto">
          <a:xfrm>
            <a:off x="144379" y="1670011"/>
            <a:ext cx="604421" cy="46800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rPr>
              <a:t>C</a:t>
            </a:r>
            <a:endParaRPr kumimoji="0" lang="en-GB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44379" y="3312103"/>
            <a:ext cx="604421" cy="46800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rPr>
              <a:t>CQ</a:t>
            </a:r>
            <a:endParaRPr kumimoji="0" lang="en-GB" sz="2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2594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Tipos de interés</a:t>
            </a:r>
          </a:p>
        </p:txBody>
      </p:sp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Supondremos que los tipos de interés (tanto en euros como en dólares) son </a:t>
                </a:r>
                <a:r>
                  <a:rPr lang="es-ES" sz="1600" b="1" dirty="0">
                    <a:solidFill>
                      <a:schemeClr val="tx1"/>
                    </a:solidFill>
                  </a:rPr>
                  <a:t>constantes</a:t>
                </a:r>
                <a:r>
                  <a:rPr lang="es-ES" sz="16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285750" indent="-285750">
                  <a:buClr>
                    <a:srgbClr val="D84519"/>
                  </a:buClr>
                  <a:buFont typeface="Arial" panose="020B0604020202020204" pitchFamily="34" charset="0"/>
                  <a:buChar char="•"/>
                </a:pP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  <a:p>
                <a:pPr marL="285750" indent="-285750">
                  <a:buClr>
                    <a:srgbClr val="D84519"/>
                  </a:buClr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Tipo en dólares: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$</m:t>
                        </m:r>
                      </m:sub>
                    </m:sSub>
                  </m:oMath>
                </a14:m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  <a:p>
                <a:pPr marL="285750" indent="-285750">
                  <a:buClr>
                    <a:srgbClr val="D84519"/>
                  </a:buClr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Tipo en euros: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€</m:t>
                        </m:r>
                      </m:sub>
                    </m:sSub>
                  </m:oMath>
                </a14:m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  <a:p>
                <a:pPr marL="285750" indent="-285750">
                  <a:buClr>
                    <a:srgbClr val="D84519"/>
                  </a:buClr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Cuenta bancaria en dólares: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$</m:t>
                        </m:r>
                      </m:sub>
                    </m:sSub>
                    <m:d>
                      <m:d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$</m:t>
                            </m:r>
                          </m:sub>
                        </m:s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s-ES" sz="1600" b="0" dirty="0">
                  <a:solidFill>
                    <a:schemeClr val="tx1"/>
                  </a:solidFill>
                  <a:latin typeface="+mj-lt"/>
                </a:endParaRPr>
              </a:p>
              <a:p>
                <a:pPr marL="285750" indent="-285750">
                  <a:buClr>
                    <a:srgbClr val="D84519"/>
                  </a:buClr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tx1"/>
                    </a:solidFill>
                  </a:rPr>
                  <a:t>Cuenta bancaria en euros: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€</m:t>
                        </m:r>
                      </m:sub>
                    </m:sSub>
                    <m:d>
                      <m:dPr>
                        <m:ctrlP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E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s-E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€</m:t>
                            </m:r>
                          </m:sub>
                        </m:sSub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Las curvas de descuento en euros y dólares se denotarán por 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𝑒𝑢𝑟</m:t>
                          </m:r>
                        </m:sub>
                      </m:sSub>
                      <m:d>
                        <m:d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𝑑𝑜𝑙</m:t>
                          </m:r>
                        </m:sub>
                      </m:sSub>
                      <m:d>
                        <m:d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8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Así,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𝑑𝑜𝑙</m:t>
                        </m:r>
                      </m:sub>
                    </m:sSub>
                    <m:d>
                      <m:d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es el precio (en dólares) que se paga en tiempo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por un dólar de tiempo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Clr>
                    <a:srgbClr val="D84519"/>
                  </a:buClr>
                  <a:buFont typeface="Arial" panose="020B0604020202020204" pitchFamily="34" charset="0"/>
                  <a:buChar char="•"/>
                </a:pP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  <a:blipFill>
                <a:blip r:embed="rId2"/>
                <a:stretch>
                  <a:fillRect l="-360" t="-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426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Tipo de cambio</a:t>
            </a:r>
          </a:p>
        </p:txBody>
      </p:sp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Denotaremos por: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𝐹𝑋</m:t>
                      </m:r>
                      <m:d>
                        <m:d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Clr>
                    <a:srgbClr val="D84519"/>
                  </a:buClr>
                  <a:buFont typeface="Arial" panose="020B0604020202020204" pitchFamily="34" charset="0"/>
                  <a:buChar char="•"/>
                </a:pP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el </a:t>
                </a:r>
                <a:r>
                  <a:rPr lang="es-ES" sz="1600" dirty="0">
                    <a:solidFill>
                      <a:schemeClr val="tx2"/>
                    </a:solidFill>
                  </a:rPr>
                  <a:t>tipo de cambio spot euro por dólar de tiempo </a:t>
                </a:r>
                <a14:m>
                  <m:oMath xmlns:m="http://schemas.openxmlformats.org/officeDocument/2006/math">
                    <m:r>
                      <a:rPr lang="es-ES" sz="16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, es decir, el número de euros que se paga por 1 dólar en tiempo </a:t>
                </a:r>
                <a14:m>
                  <m:oMath xmlns:m="http://schemas.openxmlformats.org/officeDocument/2006/math">
                    <m:r>
                      <a:rPr lang="es-E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La moneda local es el euro, es decir, el punto de vista será el de un inversor en euros.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Datos: el valor de </a:t>
                </a:r>
                <a14:m>
                  <m:oMath xmlns:m="http://schemas.openxmlformats.org/officeDocument/2006/math">
                    <m:r>
                      <a:rPr lang="es-E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s-E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y la volatilidad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de </a:t>
                </a:r>
                <a14:m>
                  <m:oMath xmlns:m="http://schemas.openxmlformats.org/officeDocument/2006/math">
                    <m:r>
                      <a:rPr lang="es-E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s-E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  <a:blipFill>
                <a:blip r:embed="rId2"/>
                <a:stretch>
                  <a:fillRect l="-360" t="-426" r="-3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761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Tipo de cambio</a:t>
            </a:r>
          </a:p>
        </p:txBody>
      </p:sp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b="1" dirty="0">
                    <a:solidFill>
                      <a:schemeClr val="tx2"/>
                    </a:solidFill>
                  </a:rPr>
                  <a:t>Sobre unidades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FX tiene unidades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𝑒𝑢𝑟𝑜𝑠</m:t>
                        </m:r>
                      </m:num>
                      <m:den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𝑙𝑎𝑟𝑒𝑠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. Es decir, si multiplica FX por un montante en dólares devuelve euros.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b="1" dirty="0">
                    <a:solidFill>
                      <a:schemeClr val="tx2"/>
                    </a:solidFill>
                  </a:rPr>
                  <a:t>Sobre flujos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Los valores (en euros) de los flujos de los cuatro instrumentos viene dados por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s-ES" sz="1600" b="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𝑭𝑸</m:t>
                      </m:r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  <m:sup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s-ES" sz="1600" b="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𝑪𝑸</m:t>
                      </m:r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  <m:sup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  <a:blipFill>
                <a:blip r:embed="rId2"/>
                <a:stretch>
                  <a:fillRect l="-360" t="-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279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Marco Black</a:t>
            </a:r>
          </a:p>
        </p:txBody>
      </p:sp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3200300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b="1" dirty="0">
                    <a:solidFill>
                      <a:schemeClr val="tx2"/>
                    </a:solidFill>
                  </a:rPr>
                  <a:t>Numerario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La cuenta bancaria en euros: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€</m:t>
                        </m:r>
                      </m:sub>
                    </m:sSub>
                    <m:d>
                      <m:d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€</m:t>
                            </m:r>
                          </m:sub>
                        </m:s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b="1" dirty="0">
                    <a:solidFill>
                      <a:schemeClr val="tx2"/>
                    </a:solidFill>
                  </a:rPr>
                  <a:t>Activos básicos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Clr>
                    <a:schemeClr val="accent4"/>
                  </a:buClr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tx1"/>
                    </a:solidFill>
                  </a:rPr>
                  <a:t>Cuenta bancaria en euros</a:t>
                </a:r>
              </a:p>
              <a:p>
                <a:pPr marL="285750" indent="-285750">
                  <a:buClr>
                    <a:schemeClr val="accent4"/>
                  </a:buClr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tx1"/>
                    </a:solidFill>
                  </a:rPr>
                  <a:t>Cuenta bancaria en dólares</a:t>
                </a:r>
              </a:p>
              <a:p>
                <a:pPr marL="285750" indent="-285750">
                  <a:buClr>
                    <a:schemeClr val="accent4"/>
                  </a:buClr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tx1"/>
                    </a:solidFill>
                  </a:rPr>
                  <a:t>El activo subyacente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3200300"/>
              </a:xfrm>
              <a:blipFill>
                <a:blip r:embed="rId2"/>
                <a:stretch>
                  <a:fillRect l="-360" t="-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5182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Marco Black</a:t>
            </a:r>
          </a:p>
        </p:txBody>
      </p:sp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b="1" dirty="0">
                    <a:solidFill>
                      <a:schemeClr val="tx2"/>
                    </a:solidFill>
                  </a:rPr>
                  <a:t>Martingalas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El valor (en euros) de invertir en cada activo básico, expresado en términos del numerario, ha de ser martingala. Estas tres inversiones son: 1 euro en cuenta bancaria europea, 1 dólar en cuenta bancaria en dólares, y una acción del subyacente.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Es decir, los tres siguientes procesos: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€</m:t>
                              </m:r>
                            </m:sub>
                          </m:sSub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€</m:t>
                              </m:r>
                            </m:sub>
                          </m:sSub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≡1,  </m:t>
                      </m:r>
                      <m:f>
                        <m:f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</m:sub>
                          </m:sSub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€</m:t>
                              </m:r>
                            </m:sub>
                          </m:sSub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€</m:t>
                              </m:r>
                            </m:sub>
                          </m:sSub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Han de ser martingala.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  <a:blipFill>
                <a:blip r:embed="rId2"/>
                <a:stretch>
                  <a:fillRect l="-360" t="-426" r="-3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430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Marco Black</a:t>
            </a:r>
          </a:p>
        </p:txBody>
      </p:sp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b="1" dirty="0">
                    <a:solidFill>
                      <a:schemeClr val="tx2"/>
                    </a:solidFill>
                  </a:rPr>
                  <a:t>Dinámicas Black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En el marco Black, imponemos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sean martingalas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lognormales</a:t>
                </a:r>
                <a:r>
                  <a:rPr lang="es-ES" sz="1600" dirty="0">
                    <a:solidFill>
                      <a:schemeClr val="tx1"/>
                    </a:solidFill>
                  </a:rPr>
                  <a:t> de volatilidad constante y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correladas</a:t>
                </a:r>
                <a:r>
                  <a:rPr lang="es-ES" sz="1600" dirty="0">
                    <a:solidFill>
                      <a:schemeClr val="tx1"/>
                    </a:solidFill>
                  </a:rPr>
                  <a:t>:</a:t>
                </a: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E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son movimientos brownianos con correlación instantánea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. Es decir, </a:t>
                </a:r>
                <a:endParaRPr lang="es-E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Esto supone que</a:t>
                </a: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E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Donde las normales estándar tienen correlación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  <a:blipFill>
                <a:blip r:embed="rId2"/>
                <a:stretch>
                  <a:fillRect l="-360" t="-426" r="-300" b="-12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11</a:t>
            </a:fld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9961212" y="2983832"/>
            <a:ext cx="457176" cy="338554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  <a:latin typeface="+mn-lt"/>
              </a:rPr>
              <a:t>(1)</a:t>
            </a:r>
            <a:endParaRPr lang="en-GB" sz="1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1211" y="4961062"/>
            <a:ext cx="457177" cy="338554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  <a:latin typeface="+mn-lt"/>
              </a:rPr>
              <a:t>(2)</a:t>
            </a:r>
            <a:endParaRPr lang="en-GB" sz="1600" b="1" dirty="0">
              <a:solidFill>
                <a:schemeClr val="bg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746010" y="3366746"/>
                <a:ext cx="2887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s-ES" sz="1200" dirty="0">
                    <a:latin typeface="+mn-lt"/>
                  </a:rPr>
                  <a:t>Definir los brownianos 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s-E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200" dirty="0">
                    <a:latin typeface="+mn-lt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E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sz="120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010" y="3366746"/>
                <a:ext cx="2887578" cy="276999"/>
              </a:xfrm>
              <a:prstGeom prst="rect">
                <a:avLst/>
              </a:prstGeom>
              <a:blipFill>
                <a:blip r:embed="rId3"/>
                <a:stretch>
                  <a:fillRect l="-211" b="-15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0986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Marco Black</a:t>
            </a:r>
          </a:p>
        </p:txBody>
      </p:sp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744760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b="1" dirty="0">
                    <a:solidFill>
                      <a:schemeClr val="tx2"/>
                    </a:solidFill>
                  </a:rPr>
                  <a:t>Diccionarios entre los procesos anteriores y el par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  <m:sSub>
                          <m:sSubPr>
                            <m:ctrlPr>
                              <a:rPr lang="es-ES" sz="1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s-ES" sz="1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sz="1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s-ES" sz="1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e>
                    </m:d>
                  </m:oMath>
                </a14:m>
                <a:endParaRPr lang="es-ES" sz="1600" b="1" dirty="0">
                  <a:solidFill>
                    <a:schemeClr val="tx2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Las relaciones</a:t>
                </a: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E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𝐹𝑋</m:t>
                                  </m:r>
                                </m:e>
                                <m:sub>
                                  <m: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Ya dan implícitamente la distribución a vencimiento de ambas variables. Esto implica que:</a:t>
                </a:r>
              </a:p>
              <a:p>
                <a:pPr marL="285750" indent="-285750">
                  <a:buClr>
                    <a:schemeClr val="accent4"/>
                  </a:buClr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tx1"/>
                    </a:solidFill>
                  </a:rPr>
                  <a:t>Bastaría simular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y trasladar en </a:t>
                </a:r>
                <a:r>
                  <a:rPr lang="es-ES" sz="1600" b="1" dirty="0">
                    <a:solidFill>
                      <a:schemeClr val="tx1"/>
                    </a:solidFill>
                  </a:rPr>
                  <a:t>valores</a:t>
                </a:r>
                <a:r>
                  <a:rPr lang="es-ES" sz="1600" dirty="0">
                    <a:solidFill>
                      <a:schemeClr val="tx1"/>
                    </a:solidFill>
                  </a:rPr>
                  <a:t> de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s-ES" sz="1600" b="0" dirty="0">
                  <a:solidFill>
                    <a:schemeClr val="tx1"/>
                  </a:solidFill>
                </a:endParaRPr>
              </a:p>
              <a:p>
                <a:pPr marL="285750" indent="-285750">
                  <a:buClr>
                    <a:schemeClr val="accent4"/>
                  </a:buClr>
                  <a:buFont typeface="Arial" panose="020B0604020202020204" pitchFamily="34" charset="0"/>
                  <a:buChar char="•"/>
                </a:pPr>
                <a:r>
                  <a:rPr lang="es-ES" sz="1600" dirty="0">
                    <a:solidFill>
                      <a:schemeClr val="tx1"/>
                    </a:solidFill>
                  </a:rPr>
                  <a:t>Para obtener </a:t>
                </a:r>
                <a:r>
                  <a:rPr lang="es-ES" sz="1600" b="1" dirty="0">
                    <a:solidFill>
                      <a:schemeClr val="tx1"/>
                    </a:solidFill>
                  </a:rPr>
                  <a:t>sendas</a:t>
                </a:r>
                <a:r>
                  <a:rPr lang="es-ES" sz="1600" dirty="0">
                    <a:solidFill>
                      <a:schemeClr val="tx1"/>
                    </a:solidFill>
                  </a:rPr>
                  <a:t> conjuntas de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bastaría con simular sendas conjuntas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s-ES" sz="1600" b="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Pero ¿cuáles son los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,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y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? Es necesario hacer explícitos los procesos de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, porque son los observables en mercado, y porque son las volatilidades de estos procesos las que cotizan y no, claro, las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744760"/>
              </a:xfrm>
              <a:blipFill>
                <a:blip r:embed="rId2"/>
                <a:stretch>
                  <a:fillRect l="-360" t="-129" r="-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12</a:t>
            </a:fld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9961212" y="2646948"/>
            <a:ext cx="457177" cy="338554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  <a:latin typeface="+mn-lt"/>
              </a:rPr>
              <a:t>(3)</a:t>
            </a:r>
            <a:endParaRPr lang="en-GB" sz="1600" b="1" dirty="0">
              <a:solidFill>
                <a:schemeClr val="bg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746010" y="3074223"/>
                <a:ext cx="28875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s-ES" sz="1200" dirty="0">
                    <a:latin typeface="+mn-lt"/>
                  </a:rPr>
                  <a:t>Poner </a:t>
                </a:r>
                <a14:m>
                  <m:oMath xmlns:m="http://schemas.openxmlformats.org/officeDocument/2006/math">
                    <m:r>
                      <a:rPr lang="es-ES" sz="1200" b="0" i="1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s-E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200" dirty="0">
                    <a:latin typeface="+mn-lt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200" dirty="0">
                    <a:latin typeface="+mn-lt"/>
                  </a:rPr>
                  <a:t> </a:t>
                </a:r>
                <a:r>
                  <a:rPr lang="es-ES" sz="1200" dirty="0">
                    <a:latin typeface="+mn-lt"/>
                  </a:rPr>
                  <a:t>en</a:t>
                </a:r>
                <a:r>
                  <a:rPr lang="en-GB" sz="1200" dirty="0">
                    <a:latin typeface="+mn-lt"/>
                  </a:rPr>
                  <a:t> </a:t>
                </a:r>
                <a:r>
                  <a:rPr lang="es-ES" sz="1200" dirty="0">
                    <a:latin typeface="+mn-lt"/>
                  </a:rPr>
                  <a:t>función</a:t>
                </a:r>
                <a:r>
                  <a:rPr lang="en-GB" sz="1200" dirty="0">
                    <a:latin typeface="+mn-lt"/>
                  </a:rPr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200" dirty="0">
                    <a:latin typeface="+mn-lt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sz="1200" dirty="0">
                  <a:latin typeface="+mn-lt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010" y="3074223"/>
                <a:ext cx="2887578" cy="276999"/>
              </a:xfrm>
              <a:prstGeom prst="rect">
                <a:avLst/>
              </a:prstGeom>
              <a:blipFill>
                <a:blip r:embed="rId3"/>
                <a:stretch>
                  <a:fillRect l="-211" b="-15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0202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Marco Black</a:t>
            </a:r>
          </a:p>
        </p:txBody>
      </p:sp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b="1" dirty="0">
                    <a:solidFill>
                      <a:schemeClr val="tx2"/>
                    </a:solidFill>
                  </a:rPr>
                  <a:t>Evolución explícita de </a:t>
                </a:r>
                <a14:m>
                  <m:oMath xmlns:m="http://schemas.openxmlformats.org/officeDocument/2006/math">
                    <m:r>
                      <a:rPr lang="es-ES" sz="16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sSub>
                      <m:sSubPr>
                        <m:ctrlP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chemeClr val="tx2"/>
                    </a:solidFill>
                  </a:rPr>
                  <a:t> y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s-ES" sz="1600" b="1" dirty="0">
                  <a:solidFill>
                    <a:schemeClr val="tx2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Buscamos las evoluciones de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y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del tipo</a:t>
                </a:r>
              </a:p>
              <a:p>
                <a:pPr>
                  <a:buClr>
                    <a:srgbClr val="D84519"/>
                  </a:buClr>
                </a:pPr>
                <a:endParaRPr lang="es-ES" sz="8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E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𝐹𝑋</m:t>
                                  </m:r>
                                </m:e>
                                <m:sub>
                                  <m: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con correlación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entre los dos brownianos, que hacen que las correspondientes evoluciones de los procesos anteriores (inversión en activos básicos en términos del numerario) sean martingalas.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Obsérvese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, e incluso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s-E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s-E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, son datos que se pueden considerar de mercado.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Queda sólo la cuestión de determinar qué derivas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hacen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sean martingalas</a:t>
                </a: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  <a:blipFill>
                <a:blip r:embed="rId2"/>
                <a:stretch>
                  <a:fillRect l="-360" t="-426" r="-3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886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Marco Black</a:t>
            </a:r>
          </a:p>
        </p:txBody>
      </p:sp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b="1" dirty="0">
                    <a:solidFill>
                      <a:schemeClr val="tx2"/>
                    </a:solidFill>
                  </a:rPr>
                  <a:t>Evolución explícita de </a:t>
                </a:r>
                <a14:m>
                  <m:oMath xmlns:m="http://schemas.openxmlformats.org/officeDocument/2006/math">
                    <m:r>
                      <a:rPr lang="es-ES" sz="16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sSub>
                      <m:sSubPr>
                        <m:ctrlP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chemeClr val="tx2"/>
                    </a:solidFill>
                  </a:rPr>
                  <a:t> y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s-ES" sz="1600" b="1" dirty="0">
                  <a:solidFill>
                    <a:schemeClr val="tx2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solo interviene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y el lema de </a:t>
                </a:r>
                <a:r>
                  <a:rPr lang="es-ES" sz="1600" dirty="0" err="1">
                    <a:solidFill>
                      <a:schemeClr val="tx1"/>
                    </a:solidFill>
                    <a:latin typeface="+mj-lt"/>
                  </a:rPr>
                  <a:t>Itô</a:t>
                </a: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da directamente que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ES" sz="1600" b="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b="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intervienen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, cuya deriva ya está determinada,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. El lema de </a:t>
                </a:r>
                <a:r>
                  <a:rPr lang="es-ES" sz="1600" dirty="0" err="1">
                    <a:solidFill>
                      <a:schemeClr val="tx1"/>
                    </a:solidFill>
                    <a:latin typeface="+mj-lt"/>
                  </a:rPr>
                  <a:t>Itô</a:t>
                </a: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, aplicado al producto </a:t>
                </a:r>
                <a:endParaRPr lang="es-E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buClr>
                    <a:srgbClr val="D84519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, nos da que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  <a:blipFill>
                <a:blip r:embed="rId2"/>
                <a:stretch>
                  <a:fillRect l="-360" t="-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14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352319" y="2863516"/>
            <a:ext cx="457177" cy="338554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  <a:latin typeface="+mn-lt"/>
              </a:rPr>
              <a:t>(4)</a:t>
            </a:r>
            <a:endParaRPr lang="en-GB" sz="1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52318" y="4145896"/>
            <a:ext cx="457177" cy="338554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  <a:latin typeface="+mn-lt"/>
              </a:rPr>
              <a:t>(5)</a:t>
            </a:r>
            <a:endParaRPr lang="en-GB" sz="1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27355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Marco Black</a:t>
            </a:r>
          </a:p>
        </p:txBody>
      </p:sp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748800" y="1730167"/>
            <a:ext cx="10170000" cy="4301357"/>
          </a:xfrm>
        </p:spPr>
        <p:txBody>
          <a:bodyPr/>
          <a:lstStyle/>
          <a:p>
            <a:pPr>
              <a:buClr>
                <a:srgbClr val="D84519"/>
              </a:buClr>
            </a:pPr>
            <a:r>
              <a:rPr lang="es-ES" sz="1600" b="1" dirty="0">
                <a:solidFill>
                  <a:schemeClr val="tx2"/>
                </a:solidFill>
              </a:rPr>
              <a:t>Desarrollo matemático de (4)</a:t>
            </a:r>
          </a:p>
          <a:p>
            <a:pPr>
              <a:buClr>
                <a:srgbClr val="D84519"/>
              </a:buClr>
            </a:pPr>
            <a:endParaRPr lang="es-ES" sz="16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08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748800" y="1730167"/>
            <a:ext cx="10170000" cy="4301357"/>
          </a:xfrm>
        </p:spPr>
        <p:txBody>
          <a:bodyPr/>
          <a:lstStyle/>
          <a:p>
            <a:pPr>
              <a:buClr>
                <a:srgbClr val="D84519"/>
              </a:buClr>
            </a:pPr>
            <a:r>
              <a:rPr lang="es-ES" sz="1600" b="1" dirty="0">
                <a:solidFill>
                  <a:schemeClr val="tx2"/>
                </a:solidFill>
              </a:rPr>
              <a:t>Desarrollo matemático de (5)</a:t>
            </a:r>
          </a:p>
          <a:p>
            <a:pPr>
              <a:buClr>
                <a:srgbClr val="D84519"/>
              </a:buClr>
            </a:pPr>
            <a:endParaRPr lang="es-ES" sz="16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16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F01653-FD7B-314D-9363-813D4164B5B8}"/>
              </a:ext>
            </a:extLst>
          </p:cNvPr>
          <p:cNvSpPr txBox="1">
            <a:spLocks/>
          </p:cNvSpPr>
          <p:nvPr/>
        </p:nvSpPr>
        <p:spPr>
          <a:xfrm>
            <a:off x="748800" y="1009547"/>
            <a:ext cx="10170000" cy="49354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763" b="1" i="0" kern="1200">
                <a:solidFill>
                  <a:srgbClr val="00000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903" b="0">
                <a:solidFill>
                  <a:schemeClr val="accent4"/>
                </a:solidFill>
                <a:latin typeface="+mj-lt"/>
              </a:rPr>
              <a:t>Marco Black</a:t>
            </a:r>
            <a:endParaRPr lang="es-ES" sz="2903" b="0" dirty="0">
              <a:solidFill>
                <a:schemeClr val="accent4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0054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b="1" dirty="0">
                    <a:solidFill>
                      <a:schemeClr val="tx2"/>
                    </a:solidFill>
                  </a:rPr>
                  <a:t>Evolución explícita de </a:t>
                </a:r>
                <a14:m>
                  <m:oMath xmlns:m="http://schemas.openxmlformats.org/officeDocument/2006/math">
                    <m:r>
                      <a:rPr lang="es-ES" sz="16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sSub>
                      <m:sSubPr>
                        <m:ctrlP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s-ES" sz="1600" b="1" dirty="0">
                    <a:solidFill>
                      <a:schemeClr val="tx2"/>
                    </a:solidFill>
                  </a:rPr>
                  <a:t> y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s-ES" sz="16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s-ES" sz="1600" b="1" dirty="0">
                  <a:solidFill>
                    <a:schemeClr val="tx2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En tiempo 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tendremos que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E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𝐹𝑋</m:t>
                                  </m:r>
                                </m:e>
                                <m:sub>
                                  <m: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Donde las normales estándar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  <a:latin typeface="+mj-lt"/>
                  </a:rPr>
                  <a:t> tienen correlación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s-ES" sz="16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  <a:blipFill>
                <a:blip r:embed="rId2"/>
                <a:stretch>
                  <a:fillRect l="-360" t="-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17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352318" y="3028923"/>
            <a:ext cx="457177" cy="338554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  <a:latin typeface="+mn-lt"/>
              </a:rPr>
              <a:t>(6)</a:t>
            </a:r>
            <a:endParaRPr lang="en-GB" sz="1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465434-EC01-3EE6-DC53-AFED15389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Marco Black</a:t>
            </a:r>
          </a:p>
        </p:txBody>
      </p:sp>
    </p:spTree>
    <p:extLst>
      <p:ext uri="{BB962C8B-B14F-4D97-AF65-F5344CB8AC3E}">
        <p14:creationId xmlns:p14="http://schemas.microsoft.com/office/powerpoint/2010/main" val="220766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b="1" dirty="0">
                    <a:solidFill>
                      <a:schemeClr val="tx2"/>
                    </a:solidFill>
                  </a:rPr>
                  <a:t>Fórmulas de valoración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i="1" dirty="0">
                    <a:solidFill>
                      <a:schemeClr val="tx2"/>
                    </a:solidFill>
                  </a:rPr>
                  <a:t>F.- Forward usual en dólares</a:t>
                </a:r>
              </a:p>
              <a:p>
                <a:pPr>
                  <a:buClr>
                    <a:srgbClr val="D84519"/>
                  </a:buClr>
                </a:pPr>
                <a:endParaRPr lang="es-ES" sz="1600" i="1" dirty="0">
                  <a:solidFill>
                    <a:schemeClr val="tx2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El coste en dólares de replicación de este instrumento es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𝑞𝑇</m:t>
                          </m:r>
                        </m:sup>
                      </m:sSup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$</m:t>
                              </m:r>
                            </m:sub>
                          </m:s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Por tanto, en euros, es: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𝑞𝑇</m:t>
                              </m:r>
                            </m:sup>
                          </m:sSup>
                          <m:r>
                            <a:rPr lang="es-E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E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$</m:t>
                                  </m:r>
                                </m:sub>
                              </m:sSub>
                              <m:r>
                                <a:rPr lang="es-E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La valoración anterior no requiere modelo alguno. Vamos a comprobar que, con la modelación Black anterior, se obtiene el mismo resultado.</a:t>
                </a: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  <a:blipFill>
                <a:blip r:embed="rId2"/>
                <a:stretch>
                  <a:fillRect l="-360" t="-426" r="-3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18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B0F940-1131-BCA9-F681-B7D96A025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Marco Black</a:t>
            </a:r>
          </a:p>
        </p:txBody>
      </p:sp>
    </p:spTree>
    <p:extLst>
      <p:ext uri="{BB962C8B-B14F-4D97-AF65-F5344CB8AC3E}">
        <p14:creationId xmlns:p14="http://schemas.microsoft.com/office/powerpoint/2010/main" val="3490167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b="1" dirty="0">
                    <a:solidFill>
                      <a:schemeClr val="tx2"/>
                    </a:solidFill>
                  </a:rPr>
                  <a:t>Fórmulas de valoración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i="1" dirty="0">
                    <a:solidFill>
                      <a:schemeClr val="tx2"/>
                    </a:solidFill>
                  </a:rPr>
                  <a:t>F.- Forward usual en dólares</a:t>
                </a:r>
              </a:p>
              <a:p>
                <a:pPr>
                  <a:buClr>
                    <a:srgbClr val="D84519"/>
                  </a:buClr>
                </a:pPr>
                <a:endParaRPr lang="es-ES" sz="1600" i="1" dirty="0">
                  <a:solidFill>
                    <a:schemeClr val="tx2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El valor del flujo del forward (pasado a euros) 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s-E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es-E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así que, el valor hoy en términos del numerario es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€</m:t>
                              </m:r>
                              <m:d>
                                <m:d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b>
                          </m:sSub>
                        </m:den>
                      </m:f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€</m:t>
                              </m:r>
                            </m:sub>
                          </m:sSub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  <a:blipFill>
                <a:blip r:embed="rId2"/>
                <a:stretch>
                  <a:fillRect l="-360" t="-426" r="-3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19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352319" y="3780891"/>
            <a:ext cx="457177" cy="338554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  <a:latin typeface="+mn-lt"/>
              </a:rPr>
              <a:t>(7)</a:t>
            </a:r>
            <a:endParaRPr lang="en-GB" sz="1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356801B-C029-0F1E-C67F-DDEE2859F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Marco Black</a:t>
            </a:r>
          </a:p>
        </p:txBody>
      </p:sp>
    </p:spTree>
    <p:extLst>
      <p:ext uri="{BB962C8B-B14F-4D97-AF65-F5344CB8AC3E}">
        <p14:creationId xmlns:p14="http://schemas.microsoft.com/office/powerpoint/2010/main" val="2812318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b="1" dirty="0">
                    <a:solidFill>
                      <a:schemeClr val="tx2"/>
                    </a:solidFill>
                  </a:rPr>
                  <a:t>Desarrollo matemático de (7). Llegar a la ecuación vista en la página 18.</a:t>
                </a:r>
              </a:p>
              <a:p>
                <a:pPr>
                  <a:buClr>
                    <a:srgbClr val="D84519"/>
                  </a:buClr>
                </a:pPr>
                <a:r>
                  <a:rPr lang="es-ES" sz="1600" i="1" dirty="0">
                    <a:solidFill>
                      <a:schemeClr val="tx1"/>
                    </a:solidFill>
                  </a:rPr>
                  <a:t>Nota: Usar que tanto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i="1" dirty="0">
                    <a:solidFill>
                      <a:schemeClr val="tx1"/>
                    </a:solidFill>
                  </a:rPr>
                  <a:t> 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ES" sz="1600" i="1" dirty="0">
                    <a:solidFill>
                      <a:schemeClr val="tx1"/>
                    </a:solidFill>
                  </a:rPr>
                  <a:t> son martingalas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  <a:blipFill>
                <a:blip r:embed="rId2"/>
                <a:stretch>
                  <a:fillRect l="-360" t="-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20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7FD2E69-D001-5559-5E8C-0FB12C9F0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Marco Black</a:t>
            </a:r>
          </a:p>
        </p:txBody>
      </p:sp>
    </p:spTree>
    <p:extLst>
      <p:ext uri="{BB962C8B-B14F-4D97-AF65-F5344CB8AC3E}">
        <p14:creationId xmlns:p14="http://schemas.microsoft.com/office/powerpoint/2010/main" val="3563277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b="1" dirty="0">
                    <a:solidFill>
                      <a:schemeClr val="tx2"/>
                    </a:solidFill>
                  </a:rPr>
                  <a:t>Fórmulas de valoración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i="1" dirty="0">
                    <a:solidFill>
                      <a:schemeClr val="tx2"/>
                    </a:solidFill>
                  </a:rPr>
                  <a:t>FQ.- Forward </a:t>
                </a:r>
                <a:r>
                  <a:rPr lang="es-ES" sz="1600" i="1" dirty="0" err="1">
                    <a:solidFill>
                      <a:schemeClr val="tx2"/>
                    </a:solidFill>
                  </a:rPr>
                  <a:t>quanto</a:t>
                </a:r>
                <a:r>
                  <a:rPr lang="es-ES" sz="1600" i="1" dirty="0">
                    <a:solidFill>
                      <a:schemeClr val="tx2"/>
                    </a:solidFill>
                  </a:rPr>
                  <a:t> en euros</a:t>
                </a:r>
              </a:p>
              <a:p>
                <a:pPr>
                  <a:buClr>
                    <a:srgbClr val="D84519"/>
                  </a:buClr>
                </a:pPr>
                <a:endParaRPr lang="es-ES" sz="1600" i="1" dirty="0">
                  <a:solidFill>
                    <a:schemeClr val="tx2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El valor del flujo del forward es directamente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s-E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(montante ya en euros) así que, el valor hoy en términos del numerario es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€</m:t>
                              </m:r>
                              <m:d>
                                <m:d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b>
                          </m:sSub>
                        </m:den>
                      </m:f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€</m:t>
                              </m:r>
                            </m:sub>
                          </m:sSub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  <a:blipFill>
                <a:blip r:embed="rId2"/>
                <a:stretch>
                  <a:fillRect l="-360" t="-426" r="-3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21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352319" y="3780891"/>
            <a:ext cx="457177" cy="338554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  <a:latin typeface="+mn-lt"/>
              </a:rPr>
              <a:t>(8)</a:t>
            </a:r>
            <a:endParaRPr lang="en-GB" sz="1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1862C98-40B4-C4B1-F3E5-1C34E86F7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Marco Black</a:t>
            </a:r>
          </a:p>
        </p:txBody>
      </p:sp>
    </p:spTree>
    <p:extLst>
      <p:ext uri="{BB962C8B-B14F-4D97-AF65-F5344CB8AC3E}">
        <p14:creationId xmlns:p14="http://schemas.microsoft.com/office/powerpoint/2010/main" val="1321422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748800" y="1730167"/>
            <a:ext cx="10170000" cy="4301357"/>
          </a:xfrm>
        </p:spPr>
        <p:txBody>
          <a:bodyPr/>
          <a:lstStyle/>
          <a:p>
            <a:pPr>
              <a:buClr>
                <a:srgbClr val="D84519"/>
              </a:buClr>
            </a:pPr>
            <a:r>
              <a:rPr lang="es-ES" sz="1600" b="1" dirty="0">
                <a:solidFill>
                  <a:schemeClr val="tx2"/>
                </a:solidFill>
              </a:rPr>
              <a:t>Desarrollo matemático de (8). </a:t>
            </a:r>
            <a:endParaRPr lang="es-ES" sz="16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22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F37358-91BA-BCD8-8251-B43D9AA99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Marco Black</a:t>
            </a:r>
          </a:p>
        </p:txBody>
      </p:sp>
    </p:spTree>
    <p:extLst>
      <p:ext uri="{BB962C8B-B14F-4D97-AF65-F5344CB8AC3E}">
        <p14:creationId xmlns:p14="http://schemas.microsoft.com/office/powerpoint/2010/main" val="2334858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b="1" dirty="0">
                    <a:solidFill>
                      <a:schemeClr val="tx2"/>
                    </a:solidFill>
                  </a:rPr>
                  <a:t>Fórmulas de valoración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i="1" dirty="0">
                    <a:solidFill>
                      <a:schemeClr val="tx2"/>
                    </a:solidFill>
                  </a:rPr>
                  <a:t>CQ.- </a:t>
                </a:r>
                <a:r>
                  <a:rPr lang="es-ES" sz="1600" i="1" dirty="0" err="1">
                    <a:solidFill>
                      <a:schemeClr val="tx2"/>
                    </a:solidFill>
                  </a:rPr>
                  <a:t>Call</a:t>
                </a:r>
                <a:r>
                  <a:rPr lang="es-ES" sz="1600" i="1" dirty="0">
                    <a:solidFill>
                      <a:schemeClr val="tx2"/>
                    </a:solidFill>
                  </a:rPr>
                  <a:t> </a:t>
                </a:r>
                <a:r>
                  <a:rPr lang="es-ES" sz="1600" i="1" dirty="0" err="1">
                    <a:solidFill>
                      <a:schemeClr val="tx2"/>
                    </a:solidFill>
                  </a:rPr>
                  <a:t>quanto</a:t>
                </a:r>
                <a:r>
                  <a:rPr lang="es-ES" sz="1600" i="1" dirty="0">
                    <a:solidFill>
                      <a:schemeClr val="tx2"/>
                    </a:solidFill>
                  </a:rPr>
                  <a:t> en euros</a:t>
                </a:r>
              </a:p>
              <a:p>
                <a:pPr>
                  <a:buClr>
                    <a:srgbClr val="D84519"/>
                  </a:buClr>
                </a:pPr>
                <a:endParaRPr lang="es-ES" sz="1600" i="1" dirty="0">
                  <a:solidFill>
                    <a:schemeClr val="tx2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El valor del flujo de la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call</a:t>
                </a:r>
                <a:r>
                  <a:rPr lang="es-ES" sz="1600" dirty="0">
                    <a:solidFill>
                      <a:schemeClr val="tx1"/>
                    </a:solidFill>
                  </a:rPr>
                  <a:t> es directamente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s-E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s-E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  <m:sup>
                        <m:r>
                          <a:rPr lang="es-E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(montante ya en euros) así que, el valor hoy en términos del numerario es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€</m:t>
                              </m:r>
                              <m:d>
                                <m:d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b>
                          </m:sSub>
                        </m:den>
                      </m:f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€</m:t>
                              </m:r>
                            </m:sub>
                          </m:sSub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s-ES" sz="1600" b="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𝑣𝑎𝑙𝑜𝑟</m:t>
                      </m:r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s-ES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  <m:r>
                                        <a:rPr lang="es-E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E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€</m:t>
                              </m:r>
                            </m:sub>
                          </m:sSub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  <a:blipFill>
                <a:blip r:embed="rId2"/>
                <a:stretch>
                  <a:fillRect l="-360" t="-426" r="-3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23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352319" y="3780891"/>
            <a:ext cx="457177" cy="338554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  <a:latin typeface="+mn-lt"/>
              </a:rPr>
              <a:t>(9)</a:t>
            </a:r>
            <a:endParaRPr lang="en-GB" sz="1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B8217B8-F89C-0102-918B-DA25EE1FF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Marco Black</a:t>
            </a:r>
          </a:p>
        </p:txBody>
      </p:sp>
    </p:spTree>
    <p:extLst>
      <p:ext uri="{BB962C8B-B14F-4D97-AF65-F5344CB8AC3E}">
        <p14:creationId xmlns:p14="http://schemas.microsoft.com/office/powerpoint/2010/main" val="73959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748800" y="1730167"/>
            <a:ext cx="10170000" cy="4301357"/>
          </a:xfrm>
        </p:spPr>
        <p:txBody>
          <a:bodyPr/>
          <a:lstStyle/>
          <a:p>
            <a:pPr>
              <a:buClr>
                <a:srgbClr val="D84519"/>
              </a:buClr>
            </a:pPr>
            <a:r>
              <a:rPr lang="es-ES" sz="1600" b="1" dirty="0">
                <a:solidFill>
                  <a:schemeClr val="tx2"/>
                </a:solidFill>
              </a:rPr>
              <a:t>Desarrollo matemático de (9). </a:t>
            </a:r>
            <a:endParaRPr lang="es-ES" sz="16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24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28EF1F-0AA0-1BAB-09DD-8592F83B6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Marco Black</a:t>
            </a:r>
          </a:p>
        </p:txBody>
      </p:sp>
    </p:spTree>
    <p:extLst>
      <p:ext uri="{BB962C8B-B14F-4D97-AF65-F5344CB8AC3E}">
        <p14:creationId xmlns:p14="http://schemas.microsoft.com/office/powerpoint/2010/main" val="2212376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>
            <a:spLocks/>
          </p:cNvSpPr>
          <p:nvPr/>
        </p:nvSpPr>
        <p:spPr bwMode="auto">
          <a:xfrm>
            <a:off x="748800" y="471600"/>
            <a:ext cx="10171276" cy="3108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9533" tIns="44767" rIns="89533" bIns="44767" numCol="1" rtlCol="0" anchor="t" anchorCtr="0" compatLnSpc="1">
            <a:prstTxWarp prst="textNoShape">
              <a:avLst/>
            </a:prstTxWarp>
          </a:bodyPr>
          <a:lstStyle/>
          <a:p>
            <a:pPr algn="l" defTabSz="895327"/>
            <a:r>
              <a:rPr lang="es-ES" sz="1270" b="1" dirty="0"/>
              <a:t>Marco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/>
              <p:cNvSpPr>
                <a:spLocks noGrp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</p:spPr>
            <p:txBody>
              <a:bodyPr/>
              <a:lstStyle/>
              <a:p>
                <a:pPr>
                  <a:buClr>
                    <a:srgbClr val="D84519"/>
                  </a:buClr>
                </a:pPr>
                <a:r>
                  <a:rPr lang="es-ES" sz="1600" b="1" dirty="0">
                    <a:solidFill>
                      <a:schemeClr val="tx2"/>
                    </a:solidFill>
                  </a:rPr>
                  <a:t>Fórmulas de valoración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i="1" dirty="0">
                    <a:solidFill>
                      <a:schemeClr val="tx2"/>
                    </a:solidFill>
                  </a:rPr>
                  <a:t>C.- </a:t>
                </a:r>
                <a:r>
                  <a:rPr lang="es-ES" sz="1600" i="1" dirty="0" err="1">
                    <a:solidFill>
                      <a:schemeClr val="tx2"/>
                    </a:solidFill>
                  </a:rPr>
                  <a:t>Call</a:t>
                </a:r>
                <a:r>
                  <a:rPr lang="es-ES" sz="1600" i="1" dirty="0">
                    <a:solidFill>
                      <a:schemeClr val="tx2"/>
                    </a:solidFill>
                  </a:rPr>
                  <a:t> usual en dólares</a:t>
                </a:r>
              </a:p>
              <a:p>
                <a:pPr>
                  <a:buClr>
                    <a:srgbClr val="D84519"/>
                  </a:buClr>
                </a:pPr>
                <a:endParaRPr lang="es-ES" sz="1600" i="1" dirty="0">
                  <a:solidFill>
                    <a:schemeClr val="tx2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El valor ha de ser el valor de la </a:t>
                </a:r>
                <a:r>
                  <a:rPr lang="es-ES" sz="1600" dirty="0" err="1">
                    <a:solidFill>
                      <a:schemeClr val="tx1"/>
                    </a:solidFill>
                  </a:rPr>
                  <a:t>call</a:t>
                </a:r>
                <a:r>
                  <a:rPr lang="es-ES" sz="1600" dirty="0">
                    <a:solidFill>
                      <a:schemeClr val="tx1"/>
                    </a:solidFill>
                  </a:rPr>
                  <a:t> (en dólares) pasado a euros, es decir,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𝑣𝑎𝑙𝑜𝑟</m:t>
                      </m:r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s-E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</m:e>
                          </m:d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sSup>
                            <m:sSup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$</m:t>
                                  </m:r>
                                </m:sub>
                              </m:s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s-E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Con</a:t>
                </a:r>
              </a:p>
              <a:p>
                <a:pPr>
                  <a:buClr>
                    <a:srgbClr val="D84519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E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E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s-ES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s-ES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sSup>
                                        <m:sSupPr>
                                          <m:ctrlPr>
                                            <a:rPr lang="es-ES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ES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s-ES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ES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𝑞𝑇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s-ES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sSup>
                                        <m:sSupPr>
                                          <m:ctrlPr>
                                            <a:rPr lang="es-ES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ES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>
                                            <m:sSubPr>
                                              <m:ctrlPr>
                                                <a:rPr lang="es-ES" sz="16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ES" sz="16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s-ES" sz="16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$</m:t>
                                              </m:r>
                                            </m:sub>
                                          </m:sSub>
                                          <m:r>
                                            <a:rPr lang="es-ES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rad>
                        </m:den>
                      </m:f>
                      <m:r>
                        <a:rPr lang="es-E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rad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r>
                  <a:rPr lang="es-ES" sz="1600" dirty="0">
                    <a:solidFill>
                      <a:schemeClr val="tx1"/>
                    </a:solidFill>
                  </a:rPr>
                  <a:t>Replicar este cálculo bajo nuestro marco Black.</a:t>
                </a: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  <a:p>
                <a:pPr>
                  <a:buClr>
                    <a:srgbClr val="D84519"/>
                  </a:buClr>
                </a:pPr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7"/>
              </p:nvPr>
            </p:nvSpPr>
            <p:spPr>
              <a:xfrm>
                <a:off x="748800" y="1730167"/>
                <a:ext cx="10170000" cy="4301357"/>
              </a:xfrm>
              <a:blipFill>
                <a:blip r:embed="rId2"/>
                <a:stretch>
                  <a:fillRect l="-360" t="-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/>
          <p:cNvSpPr>
            <a:spLocks noGrp="1"/>
          </p:cNvSpPr>
          <p:nvPr>
            <p:ph type="sldNum" sz="quarter" idx="31"/>
          </p:nvPr>
        </p:nvSpPr>
        <p:spPr>
          <a:xfrm>
            <a:off x="10352319" y="6397244"/>
            <a:ext cx="1305169" cy="256722"/>
          </a:xfrm>
        </p:spPr>
        <p:txBody>
          <a:bodyPr/>
          <a:lstStyle/>
          <a:p>
            <a:fld id="{1FDF487C-5CE2-40D7-BFFA-2B30F2AE2262}" type="slidenum">
              <a:rPr lang="en-GB" smtClean="0"/>
              <a:t>25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294611" y="3780891"/>
            <a:ext cx="572594" cy="338554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  <a:latin typeface="+mn-lt"/>
              </a:rPr>
              <a:t>(10)</a:t>
            </a:r>
            <a:endParaRPr lang="en-GB" sz="1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4094" y="4208166"/>
            <a:ext cx="1203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200" dirty="0">
                <a:latin typeface="+mn-lt"/>
              </a:rPr>
              <a:t>+0.5 puntos adicionales</a:t>
            </a:r>
            <a:endParaRPr lang="en-GB" sz="1200" dirty="0">
              <a:latin typeface="+mn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E9BDD2-156B-5560-6A3A-9FA44673B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1009547"/>
            <a:ext cx="10170000" cy="493544"/>
          </a:xfrm>
        </p:spPr>
        <p:txBody>
          <a:bodyPr>
            <a:noAutofit/>
          </a:bodyPr>
          <a:lstStyle/>
          <a:p>
            <a:r>
              <a:rPr lang="es-ES" sz="2903" b="0" dirty="0">
                <a:solidFill>
                  <a:schemeClr val="accent4"/>
                </a:solidFill>
                <a:latin typeface="+mj-lt"/>
              </a:rPr>
              <a:t>Marco Black</a:t>
            </a:r>
          </a:p>
        </p:txBody>
      </p:sp>
    </p:spTree>
    <p:extLst>
      <p:ext uri="{BB962C8B-B14F-4D97-AF65-F5344CB8AC3E}">
        <p14:creationId xmlns:p14="http://schemas.microsoft.com/office/powerpoint/2010/main" val="3373658909"/>
      </p:ext>
    </p:extLst>
  </p:cSld>
  <p:clrMapOvr>
    <a:masterClrMapping/>
  </p:clrMapOvr>
</p:sld>
</file>

<file path=ppt/theme/theme1.xml><?xml version="1.0" encoding="utf-8"?>
<a:theme xmlns:a="http://schemas.openxmlformats.org/drawingml/2006/main" name="Afi">
  <a:themeElements>
    <a:clrScheme name="Afi_Paleta Pptx">
      <a:dk1>
        <a:srgbClr val="000000"/>
      </a:dk1>
      <a:lt1>
        <a:srgbClr val="FFFFFF"/>
      </a:lt1>
      <a:dk2>
        <a:srgbClr val="062C3F"/>
      </a:dk2>
      <a:lt2>
        <a:srgbClr val="F3F3F3"/>
      </a:lt2>
      <a:accent1>
        <a:srgbClr val="0085CA"/>
      </a:accent1>
      <a:accent2>
        <a:srgbClr val="C8DAE2"/>
      </a:accent2>
      <a:accent3>
        <a:srgbClr val="062C3F"/>
      </a:accent3>
      <a:accent4>
        <a:srgbClr val="0085CA"/>
      </a:accent4>
      <a:accent5>
        <a:srgbClr val="C8DAE2"/>
      </a:accent5>
      <a:accent6>
        <a:srgbClr val="F3F3F3"/>
      </a:accent6>
      <a:hlink>
        <a:srgbClr val="0085CA"/>
      </a:hlink>
      <a:folHlink>
        <a:srgbClr val="062C3F"/>
      </a:folHlink>
    </a:clrScheme>
    <a:fontScheme name="Afi">
      <a:majorFont>
        <a:latin typeface="Amasis MT Pro"/>
        <a:ea typeface=""/>
        <a:cs typeface=""/>
      </a:majorFont>
      <a:minorFont>
        <a:latin typeface="Amasis M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lantilla Maestra Afi_Nueva Marca_entregable_21112024" id="{C829C95B-2651-AF40-996F-806756DDA175}" vid="{D22BD114-3319-AF44-9BAD-677872CA9C7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Afi_Entregable_16-9_Horizontal</Template>
  <TotalTime>462</TotalTime>
  <Words>1437</Words>
  <Application>Microsoft Office PowerPoint</Application>
  <PresentationFormat>Widescreen</PresentationFormat>
  <Paragraphs>270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Amasis MT Pro</vt:lpstr>
      <vt:lpstr>Aptos</vt:lpstr>
      <vt:lpstr>Arial</vt:lpstr>
      <vt:lpstr>Cambria Math</vt:lpstr>
      <vt:lpstr>Century Gothic</vt:lpstr>
      <vt:lpstr>Century Gothic </vt:lpstr>
      <vt:lpstr>Afi</vt:lpstr>
      <vt:lpstr>Modelización Black Ejercicio 3</vt:lpstr>
      <vt:lpstr>Opciones Quanto</vt:lpstr>
      <vt:lpstr>Objetivo</vt:lpstr>
      <vt:lpstr>Instrumentos que queremos valorar a mercado</vt:lpstr>
      <vt:lpstr>Instrumentos que queremos valorar a mercado</vt:lpstr>
      <vt:lpstr>Tipos de interés</vt:lpstr>
      <vt:lpstr>Tipo de cambio</vt:lpstr>
      <vt:lpstr>Tipo de cambio</vt:lpstr>
      <vt:lpstr>Marco Black</vt:lpstr>
      <vt:lpstr>Marco Black</vt:lpstr>
      <vt:lpstr>Marco Black</vt:lpstr>
      <vt:lpstr>Marco Black</vt:lpstr>
      <vt:lpstr>Marco Black</vt:lpstr>
      <vt:lpstr>Marco Black</vt:lpstr>
      <vt:lpstr>Marco Black</vt:lpstr>
      <vt:lpstr>PowerPoint Presentation</vt:lpstr>
      <vt:lpstr>Marco Black</vt:lpstr>
      <vt:lpstr>Marco Black</vt:lpstr>
      <vt:lpstr>Marco Black</vt:lpstr>
      <vt:lpstr>Marco Black</vt:lpstr>
      <vt:lpstr>Marco Black</vt:lpstr>
      <vt:lpstr>Marco Black</vt:lpstr>
      <vt:lpstr>Marco Black</vt:lpstr>
      <vt:lpstr>Marco Black</vt:lpstr>
      <vt:lpstr>Marco Black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Mireia Calvo Serna</dc:creator>
  <cp:lastModifiedBy>José Javier Calderón Coronado</cp:lastModifiedBy>
  <cp:revision>36</cp:revision>
  <dcterms:created xsi:type="dcterms:W3CDTF">2024-12-03T09:45:41Z</dcterms:created>
  <dcterms:modified xsi:type="dcterms:W3CDTF">2025-04-21T17:02:29Z</dcterms:modified>
</cp:coreProperties>
</file>